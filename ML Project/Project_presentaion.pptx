
<file path=[Content_Types].xml><?xml version="1.0" encoding="utf-8"?>
<Types xmlns="http://schemas.openxmlformats.org/package/2006/content-types">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Lst>
  <p:sldSz cy="51435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11" Type="http://schemas.openxmlformats.org/officeDocument/2006/relationships/slide" Target="slides/slide5.xml"/><Relationship Id="rId22" Type="http://schemas.openxmlformats.org/officeDocument/2006/relationships/slide" Target="slides/slide16.xml"/><Relationship Id="rId10" Type="http://schemas.openxmlformats.org/officeDocument/2006/relationships/slide" Target="slides/slide4.xml"/><Relationship Id="rId21" Type="http://schemas.openxmlformats.org/officeDocument/2006/relationships/slide" Target="slides/slide15.xml"/><Relationship Id="rId13" Type="http://schemas.openxmlformats.org/officeDocument/2006/relationships/slide" Target="slides/slide7.xml"/><Relationship Id="rId12" Type="http://schemas.openxmlformats.org/officeDocument/2006/relationships/slide" Target="slides/slide6.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5" Type="http://schemas.openxmlformats.org/officeDocument/2006/relationships/slideMaster" Target="slideMasters/slideMaster2.xml"/><Relationship Id="rId19" Type="http://schemas.openxmlformats.org/officeDocument/2006/relationships/slide" Target="slides/slide13.xml"/><Relationship Id="rId6" Type="http://schemas.openxmlformats.org/officeDocument/2006/relationships/notesMaster" Target="notesMasters/notesMaster1.xml"/><Relationship Id="rId18" Type="http://schemas.openxmlformats.org/officeDocument/2006/relationships/slide" Target="slides/slide12.xml"/><Relationship Id="rId7" Type="http://schemas.openxmlformats.org/officeDocument/2006/relationships/slide" Target="slides/slide1.xml"/><Relationship Id="rId8"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g391c0344601_7_79: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31" name="Google Shape;131;g391c0344601_7_79: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g391c0344601_7_86: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38" name="Google Shape;138;g391c0344601_7_86: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91c0344601_7_101: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45" name="Google Shape;145;g391c0344601_7_101: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2" name="Shape 152"/>
        <p:cNvGrpSpPr/>
        <p:nvPr/>
      </p:nvGrpSpPr>
      <p:grpSpPr>
        <a:xfrm>
          <a:off x="0" y="0"/>
          <a:ext cx="0" cy="0"/>
          <a:chOff x="0" y="0"/>
          <a:chExt cx="0" cy="0"/>
        </a:xfrm>
      </p:grpSpPr>
      <p:sp>
        <p:nvSpPr>
          <p:cNvPr id="153" name="Google Shape;153;g391c0344601_7_93: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54" name="Google Shape;154;g391c0344601_7_93: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91c0344601_7_123: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63" name="Google Shape;163;g391c0344601_7_123: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9" name="Shape 169"/>
        <p:cNvGrpSpPr/>
        <p:nvPr/>
      </p:nvGrpSpPr>
      <p:grpSpPr>
        <a:xfrm>
          <a:off x="0" y="0"/>
          <a:ext cx="0" cy="0"/>
          <a:chOff x="0" y="0"/>
          <a:chExt cx="0" cy="0"/>
        </a:xfrm>
      </p:grpSpPr>
      <p:sp>
        <p:nvSpPr>
          <p:cNvPr id="170" name="Google Shape;170;g391c0344601_7_130: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71" name="Google Shape;171;g391c0344601_7_130: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g391c0344601_7_145: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80" name="Google Shape;180;g391c0344601_7_145: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8" name="Shape 188"/>
        <p:cNvGrpSpPr/>
        <p:nvPr/>
      </p:nvGrpSpPr>
      <p:grpSpPr>
        <a:xfrm>
          <a:off x="0" y="0"/>
          <a:ext cx="0" cy="0"/>
          <a:chOff x="0" y="0"/>
          <a:chExt cx="0" cy="0"/>
        </a:xfrm>
      </p:grpSpPr>
      <p:sp>
        <p:nvSpPr>
          <p:cNvPr id="189" name="Google Shape;189;g391c0344601_7_154: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190" name="Google Shape;190;g391c0344601_7_154: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7" name="Shape 197"/>
        <p:cNvGrpSpPr/>
        <p:nvPr/>
      </p:nvGrpSpPr>
      <p:grpSpPr>
        <a:xfrm>
          <a:off x="0" y="0"/>
          <a:ext cx="0" cy="0"/>
          <a:chOff x="0" y="0"/>
          <a:chExt cx="0" cy="0"/>
        </a:xfrm>
      </p:grpSpPr>
      <p:sp>
        <p:nvSpPr>
          <p:cNvPr id="198" name="Google Shape;198;g391c0344601_7_162: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95250" lvl="0" marL="63500" rtl="0" algn="l">
              <a:lnSpc>
                <a:spcPct val="90000"/>
              </a:lnSpc>
              <a:spcBef>
                <a:spcPts val="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A Multi-Layer Perceptron (MLP) with three hidden layers (128, 64, and 32 neurons) was implemented using ReLU activations. </a:t>
            </a:r>
            <a:endParaRPr sz="1500">
              <a:solidFill>
                <a:srgbClr val="3F3F3F"/>
              </a:solidFill>
              <a:latin typeface="Calibri"/>
              <a:ea typeface="Calibri"/>
              <a:cs typeface="Calibri"/>
              <a:sym typeface="Calibri"/>
            </a:endParaRPr>
          </a:p>
          <a:p>
            <a:pPr indent="0" lvl="0" marL="63500" rtl="0" algn="l">
              <a:lnSpc>
                <a:spcPct val="90000"/>
              </a:lnSpc>
              <a:spcBef>
                <a:spcPts val="1100"/>
              </a:spcBef>
              <a:spcAft>
                <a:spcPts val="0"/>
              </a:spcAft>
              <a:buClr>
                <a:schemeClr val="dk1"/>
              </a:buClr>
              <a:buSzPts val="1100"/>
              <a:buFont typeface="Arial"/>
              <a:buNone/>
            </a:pPr>
            <a:r>
              <a:t/>
            </a:r>
            <a:endParaRPr sz="1500">
              <a:solidFill>
                <a:srgbClr val="3F3F3F"/>
              </a:solidFill>
              <a:latin typeface="Calibri"/>
              <a:ea typeface="Calibri"/>
              <a:cs typeface="Calibri"/>
              <a:sym typeface="Calibri"/>
            </a:endParaRPr>
          </a:p>
          <a:p>
            <a:pPr indent="-95250" lvl="0" marL="63500" rtl="0" algn="l">
              <a:lnSpc>
                <a:spcPct val="90000"/>
              </a:lnSpc>
              <a:spcBef>
                <a:spcPts val="110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The network was trained using the Adam optimizer with initial learning rate 0.001, batch size 256, and L2 regularization coefficient 0.0001. Early stopping with patience of 10 epochs prevented overfitting by monitoring validation loss</a:t>
            </a:r>
            <a:endParaRPr/>
          </a:p>
        </p:txBody>
      </p:sp>
      <p:sp>
        <p:nvSpPr>
          <p:cNvPr id="199" name="Google Shape;199;g391c0344601_7_162: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6" name="Shape 206"/>
        <p:cNvGrpSpPr/>
        <p:nvPr/>
      </p:nvGrpSpPr>
      <p:grpSpPr>
        <a:xfrm>
          <a:off x="0" y="0"/>
          <a:ext cx="0" cy="0"/>
          <a:chOff x="0" y="0"/>
          <a:chExt cx="0" cy="0"/>
        </a:xfrm>
      </p:grpSpPr>
      <p:sp>
        <p:nvSpPr>
          <p:cNvPr id="207" name="Google Shape;207;g391c0344601_7_170: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208" name="Google Shape;208;g391c0344601_7_170: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5" name="Shape 215"/>
        <p:cNvGrpSpPr/>
        <p:nvPr/>
      </p:nvGrpSpPr>
      <p:grpSpPr>
        <a:xfrm>
          <a:off x="0" y="0"/>
          <a:ext cx="0" cy="0"/>
          <a:chOff x="0" y="0"/>
          <a:chExt cx="0" cy="0"/>
        </a:xfrm>
      </p:grpSpPr>
      <p:sp>
        <p:nvSpPr>
          <p:cNvPr id="216" name="Google Shape;216;g391c0344601_7_186: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217" name="Google Shape;217;g391c0344601_7_186: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4" name="Shape 224"/>
        <p:cNvGrpSpPr/>
        <p:nvPr/>
      </p:nvGrpSpPr>
      <p:grpSpPr>
        <a:xfrm>
          <a:off x="0" y="0"/>
          <a:ext cx="0" cy="0"/>
          <a:chOff x="0" y="0"/>
          <a:chExt cx="0" cy="0"/>
        </a:xfrm>
      </p:grpSpPr>
      <p:sp>
        <p:nvSpPr>
          <p:cNvPr id="225" name="Google Shape;225;g391c0344601_7_194: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226" name="Google Shape;226;g391c0344601_7_194: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391c0344601_7_209: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0" lvl="0" marL="0" rtl="0" algn="l">
              <a:lnSpc>
                <a:spcPct val="90000"/>
              </a:lnSpc>
              <a:spcBef>
                <a:spcPts val="0"/>
              </a:spcBef>
              <a:spcAft>
                <a:spcPts val="0"/>
              </a:spcAft>
              <a:buNone/>
            </a:pPr>
            <a:r>
              <a:rPr lang="zh-CN" sz="1500">
                <a:solidFill>
                  <a:srgbClr val="3F3F3F"/>
                </a:solidFill>
                <a:latin typeface="Calibri"/>
                <a:ea typeface="Calibri"/>
                <a:cs typeface="Calibri"/>
                <a:sym typeface="Calibri"/>
              </a:rPr>
              <a:t>LightGBM achieved the highest test accuracy of 91.27%, substantially outperforming all other models.XGBoost and Random Forest followed with test accuracies of 88.86% and 88.52% respectively. The linear models (Logistic Regression variants) showed the lowest performance, with test accuracies around 84-85%, indicating that the classification problem requires non-linear decision boundaries that linear models cannot adequately capture. SVM with RBF kernel achieved 85.99% accuracy, demonstrating the benefit of non-linear transformations but not matching the performance of ensemble methods.</a:t>
            </a:r>
            <a:endParaRPr sz="1500">
              <a:solidFill>
                <a:srgbClr val="3F3F3F"/>
              </a:solidFill>
              <a:latin typeface="Calibri"/>
              <a:ea typeface="Calibri"/>
              <a:cs typeface="Calibri"/>
              <a:sym typeface="Calibri"/>
            </a:endParaRPr>
          </a:p>
          <a:p>
            <a:pPr indent="0" lvl="0" marL="0" rtl="0" algn="l">
              <a:lnSpc>
                <a:spcPct val="90000"/>
              </a:lnSpc>
              <a:spcBef>
                <a:spcPts val="0"/>
              </a:spcBef>
              <a:spcAft>
                <a:spcPts val="0"/>
              </a:spcAft>
              <a:buNone/>
            </a:pPr>
            <a:r>
              <a:t/>
            </a:r>
            <a:endParaRPr sz="1500">
              <a:solidFill>
                <a:srgbClr val="3F3F3F"/>
              </a:solidFill>
              <a:latin typeface="Calibri"/>
              <a:ea typeface="Calibri"/>
              <a:cs typeface="Calibri"/>
              <a:sym typeface="Calibri"/>
            </a:endParaRPr>
          </a:p>
          <a:p>
            <a:pPr indent="0" lvl="0" marL="0" rtl="0" algn="l">
              <a:lnSpc>
                <a:spcPct val="90000"/>
              </a:lnSpc>
              <a:spcBef>
                <a:spcPts val="0"/>
              </a:spcBef>
              <a:spcAft>
                <a:spcPts val="0"/>
              </a:spcAft>
              <a:buNone/>
            </a:pPr>
            <a:r>
              <a:rPr lang="zh-CN" sz="1500">
                <a:solidFill>
                  <a:srgbClr val="3F3F3F"/>
                </a:solidFill>
                <a:latin typeface="Calibri"/>
                <a:ea typeface="Calibri"/>
                <a:cs typeface="Calibri"/>
                <a:sym typeface="Calibri"/>
              </a:rPr>
              <a:t>To assess model stability and generalization, we performed 5-fold stratified cross-validation using LightGBM (the best-performing model). </a:t>
            </a:r>
            <a:endParaRPr sz="1500">
              <a:solidFill>
                <a:srgbClr val="3F3F3F"/>
              </a:solidFill>
              <a:latin typeface="Calibri"/>
              <a:ea typeface="Calibri"/>
              <a:cs typeface="Calibri"/>
              <a:sym typeface="Calibri"/>
            </a:endParaRPr>
          </a:p>
          <a:p>
            <a:pPr indent="0" lvl="0" marL="0" rtl="0" algn="l">
              <a:lnSpc>
                <a:spcPct val="90000"/>
              </a:lnSpc>
              <a:spcBef>
                <a:spcPts val="0"/>
              </a:spcBef>
              <a:spcAft>
                <a:spcPts val="0"/>
              </a:spcAft>
              <a:buNone/>
            </a:pPr>
            <a:r>
              <a:rPr lang="zh-CN" sz="1500">
                <a:solidFill>
                  <a:srgbClr val="3F3F3F"/>
                </a:solidFill>
                <a:latin typeface="Calibri"/>
                <a:ea typeface="Calibri"/>
                <a:cs typeface="Calibri"/>
                <a:sym typeface="Calibri"/>
              </a:rPr>
              <a:t>The extremely low standard deviations (less than 0.002 for all metrics) indicate highly stable performance across different data partitions, suggesting the model generalizes well and is not sensitive to the particular training/test split.</a:t>
            </a:r>
            <a:endParaRPr sz="1500">
              <a:solidFill>
                <a:srgbClr val="3F3F3F"/>
              </a:solidFill>
              <a:latin typeface="Calibri"/>
              <a:ea typeface="Calibri"/>
              <a:cs typeface="Calibri"/>
              <a:sym typeface="Calibri"/>
            </a:endParaRPr>
          </a:p>
          <a:p>
            <a:pPr indent="0" lvl="0" marL="0" rtl="0" algn="l">
              <a:lnSpc>
                <a:spcPct val="90000"/>
              </a:lnSpc>
              <a:spcBef>
                <a:spcPts val="0"/>
              </a:spcBef>
              <a:spcAft>
                <a:spcPts val="0"/>
              </a:spcAft>
              <a:buNone/>
            </a:pPr>
            <a:r>
              <a:t/>
            </a:r>
            <a:endParaRPr sz="1500">
              <a:solidFill>
                <a:srgbClr val="3F3F3F"/>
              </a:solidFill>
              <a:latin typeface="Calibri"/>
              <a:ea typeface="Calibri"/>
              <a:cs typeface="Calibri"/>
              <a:sym typeface="Calibri"/>
            </a:endParaRPr>
          </a:p>
        </p:txBody>
      </p:sp>
      <p:sp>
        <p:nvSpPr>
          <p:cNvPr id="236" name="Google Shape;236;g391c0344601_7_209: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3" name="Shape 243"/>
        <p:cNvGrpSpPr/>
        <p:nvPr/>
      </p:nvGrpSpPr>
      <p:grpSpPr>
        <a:xfrm>
          <a:off x="0" y="0"/>
          <a:ext cx="0" cy="0"/>
          <a:chOff x="0" y="0"/>
          <a:chExt cx="0" cy="0"/>
        </a:xfrm>
      </p:grpSpPr>
      <p:sp>
        <p:nvSpPr>
          <p:cNvPr id="244" name="Google Shape;244;g391c0344601_7_226:notes"/>
          <p:cNvSpPr txBox="1"/>
          <p:nvPr>
            <p:ph idx="1" type="body"/>
          </p:nvPr>
        </p:nvSpPr>
        <p:spPr>
          <a:xfrm>
            <a:off x="685800" y="4400550"/>
            <a:ext cx="5486400" cy="3600450"/>
          </a:xfrm>
          <a:prstGeom prst="rect">
            <a:avLst/>
          </a:prstGeom>
        </p:spPr>
        <p:txBody>
          <a:bodyPr anchorCtr="0" anchor="t" bIns="86175" lIns="86175" spcFirstLastPara="1" rIns="86175" wrap="square" tIns="86175">
            <a:noAutofit/>
          </a:bodyPr>
          <a:lstStyle/>
          <a:p>
            <a:pPr indent="-95250" lvl="0" marL="63500" rtl="0" algn="l">
              <a:lnSpc>
                <a:spcPct val="90000"/>
              </a:lnSpc>
              <a:spcBef>
                <a:spcPts val="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We presents the micro-averaged Area Under ROC Curve (AUC) for models supporting probability predictions. </a:t>
            </a:r>
            <a:endParaRPr sz="1500">
              <a:solidFill>
                <a:srgbClr val="3F3F3F"/>
              </a:solidFill>
              <a:latin typeface="Calibri"/>
              <a:ea typeface="Calibri"/>
              <a:cs typeface="Calibri"/>
              <a:sym typeface="Calibri"/>
            </a:endParaRPr>
          </a:p>
          <a:p>
            <a:pPr indent="-95250" lvl="0" marL="63500" rtl="0" algn="l">
              <a:lnSpc>
                <a:spcPct val="90000"/>
              </a:lnSpc>
              <a:spcBef>
                <a:spcPts val="110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All evaluated models achieve excellent AUC scores above 0.99, indicating strong discriminative ability across different classification thresholds.</a:t>
            </a:r>
            <a:endParaRPr sz="1500">
              <a:solidFill>
                <a:srgbClr val="3F3F3F"/>
              </a:solidFill>
              <a:latin typeface="Calibri"/>
              <a:ea typeface="Calibri"/>
              <a:cs typeface="Calibri"/>
              <a:sym typeface="Calibri"/>
            </a:endParaRPr>
          </a:p>
          <a:p>
            <a:pPr indent="-323850" lvl="0" marL="457200" rtl="0" algn="l">
              <a:lnSpc>
                <a:spcPct val="90000"/>
              </a:lnSpc>
              <a:spcBef>
                <a:spcPts val="110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We compares training and test accuracy for each model to assess potential overfitting. The gap (∆)between training and test accuracy indicates the degree of overfitting.</a:t>
            </a:r>
            <a:endParaRPr sz="1500">
              <a:solidFill>
                <a:srgbClr val="3F3F3F"/>
              </a:solidFill>
              <a:latin typeface="Calibri"/>
              <a:ea typeface="Calibri"/>
              <a:cs typeface="Calibri"/>
              <a:sym typeface="Calibri"/>
            </a:endParaRPr>
          </a:p>
          <a:p>
            <a:pPr indent="-323850" lvl="0" marL="457200" rtl="0" algn="l">
              <a:lnSpc>
                <a:spcPct val="90000"/>
              </a:lnSpc>
              <a:spcBef>
                <a:spcPts val="110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Linear models (Logistic Regression variants), SVM, and Neural Network show minimal generalization gap (∆ ≈ 0.001−0.002), indicating no overfitting. Random Forest exhibits the largest gap (∆ = 0.021),suggesting slight overfitting despite its strong test performance. </a:t>
            </a:r>
            <a:endParaRPr sz="1500">
              <a:solidFill>
                <a:srgbClr val="3F3F3F"/>
              </a:solidFill>
              <a:latin typeface="Calibri"/>
              <a:ea typeface="Calibri"/>
              <a:cs typeface="Calibri"/>
              <a:sym typeface="Calibri"/>
            </a:endParaRPr>
          </a:p>
          <a:p>
            <a:pPr indent="-323850" lvl="0" marL="457200" rtl="0" algn="l">
              <a:lnSpc>
                <a:spcPct val="90000"/>
              </a:lnSpc>
              <a:spcBef>
                <a:spcPts val="1100"/>
              </a:spcBef>
              <a:spcAft>
                <a:spcPts val="0"/>
              </a:spcAft>
              <a:buClr>
                <a:srgbClr val="92278F"/>
              </a:buClr>
              <a:buSzPts val="1500"/>
              <a:buFont typeface="Noto Sans Symbols"/>
              <a:buChar char="❑"/>
            </a:pPr>
            <a:r>
              <a:rPr lang="zh-CN" sz="1500">
                <a:solidFill>
                  <a:srgbClr val="3F3F3F"/>
                </a:solidFill>
                <a:latin typeface="Calibri"/>
                <a:ea typeface="Calibri"/>
                <a:cs typeface="Calibri"/>
                <a:sym typeface="Calibri"/>
              </a:rPr>
              <a:t>XGBoost (∆ = 0.013) and LightGBM(∆ = 0.005) show moderate to excellent generalization, with LightGBM achieving the best balance between training performance and generalization.</a:t>
            </a:r>
            <a:endParaRPr sz="1500">
              <a:solidFill>
                <a:srgbClr val="3F3F3F"/>
              </a:solidFill>
              <a:latin typeface="Calibri"/>
              <a:ea typeface="Calibri"/>
              <a:cs typeface="Calibri"/>
              <a:sym typeface="Calibri"/>
            </a:endParaRPr>
          </a:p>
        </p:txBody>
      </p:sp>
      <p:sp>
        <p:nvSpPr>
          <p:cNvPr id="245" name="Google Shape;245;g391c0344601_7_226:notes"/>
          <p:cNvSpPr/>
          <p:nvPr>
            <p:ph idx="2" type="sldImg"/>
          </p:nvPr>
        </p:nvSpPr>
        <p:spPr>
          <a:xfrm>
            <a:off x="729258" y="1143000"/>
            <a:ext cx="5399484" cy="3085798"/>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g391c0344601_5_6:notes"/>
          <p:cNvSpPr txBox="1"/>
          <p:nvPr>
            <p:ph idx="1" type="body"/>
          </p:nvPr>
        </p:nvSpPr>
        <p:spPr>
          <a:xfrm>
            <a:off x="685800" y="4400550"/>
            <a:ext cx="5486400" cy="360060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254" name="Google Shape;254;g391c0344601_5_6: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0" name="Shape 260"/>
        <p:cNvGrpSpPr/>
        <p:nvPr/>
      </p:nvGrpSpPr>
      <p:grpSpPr>
        <a:xfrm>
          <a:off x="0" y="0"/>
          <a:ext cx="0" cy="0"/>
          <a:chOff x="0" y="0"/>
          <a:chExt cx="0" cy="0"/>
        </a:xfrm>
      </p:grpSpPr>
      <p:sp>
        <p:nvSpPr>
          <p:cNvPr id="261" name="Google Shape;261;g391c0344601_10_0:notes"/>
          <p:cNvSpPr txBox="1"/>
          <p:nvPr>
            <p:ph idx="1" type="body"/>
          </p:nvPr>
        </p:nvSpPr>
        <p:spPr>
          <a:xfrm>
            <a:off x="685800" y="4400550"/>
            <a:ext cx="5486400" cy="360060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262" name="Google Shape;262;g391c0344601_10_0: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8" name="Shape 268"/>
        <p:cNvGrpSpPr/>
        <p:nvPr/>
      </p:nvGrpSpPr>
      <p:grpSpPr>
        <a:xfrm>
          <a:off x="0" y="0"/>
          <a:ext cx="0" cy="0"/>
          <a:chOff x="0" y="0"/>
          <a:chExt cx="0" cy="0"/>
        </a:xfrm>
      </p:grpSpPr>
      <p:sp>
        <p:nvSpPr>
          <p:cNvPr id="269" name="Google Shape;269;g391c0344601_10_13:notes"/>
          <p:cNvSpPr txBox="1"/>
          <p:nvPr>
            <p:ph idx="1" type="body"/>
          </p:nvPr>
        </p:nvSpPr>
        <p:spPr>
          <a:xfrm>
            <a:off x="685800" y="4400550"/>
            <a:ext cx="5486400" cy="3600600"/>
          </a:xfrm>
          <a:prstGeom prst="rect">
            <a:avLst/>
          </a:prstGeom>
        </p:spPr>
        <p:txBody>
          <a:bodyPr anchorCtr="0" anchor="t" bIns="86175" lIns="86175" spcFirstLastPara="1" rIns="86175" wrap="square" tIns="86175">
            <a:noAutofit/>
          </a:bodyPr>
          <a:lstStyle/>
          <a:p>
            <a:pPr indent="0" lvl="0" marL="0" rtl="0" algn="l">
              <a:spcBef>
                <a:spcPts val="0"/>
              </a:spcBef>
              <a:spcAft>
                <a:spcPts val="0"/>
              </a:spcAft>
              <a:buNone/>
            </a:pPr>
            <a:r>
              <a:t/>
            </a:r>
            <a:endParaRPr/>
          </a:p>
        </p:txBody>
      </p:sp>
      <p:sp>
        <p:nvSpPr>
          <p:cNvPr id="270" name="Google Shape;270;g391c0344601_10_13:notes"/>
          <p:cNvSpPr/>
          <p:nvPr>
            <p:ph idx="2" type="sldImg"/>
          </p:nvPr>
        </p:nvSpPr>
        <p:spPr>
          <a:xfrm>
            <a:off x="729258" y="1143000"/>
            <a:ext cx="53994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png"/><Relationship Id="rId3" Type="http://schemas.openxmlformats.org/officeDocument/2006/relationships/image" Target="../media/image23.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 Id="rId2" Type="http://schemas.openxmlformats.org/officeDocument/2006/relationships/image" Target="../media/image23.png"/><Relationship Id="rId3" Type="http://schemas.openxmlformats.org/officeDocument/2006/relationships/image" Target="../media/image2.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showMasterSp="0" type="title">
  <p:cSld name="TITLE">
    <p:spTree>
      <p:nvGrpSpPr>
        <p:cNvPr id="59" name="Shape 59"/>
        <p:cNvGrpSpPr/>
        <p:nvPr/>
      </p:nvGrpSpPr>
      <p:grpSpPr>
        <a:xfrm>
          <a:off x="0" y="0"/>
          <a:ext cx="0" cy="0"/>
          <a:chOff x="0" y="0"/>
          <a:chExt cx="0" cy="0"/>
        </a:xfrm>
      </p:grpSpPr>
      <p:sp>
        <p:nvSpPr>
          <p:cNvPr id="60" name="Google Shape;60;p14"/>
          <p:cNvSpPr/>
          <p:nvPr/>
        </p:nvSpPr>
        <p:spPr>
          <a:xfrm>
            <a:off x="0" y="4628423"/>
            <a:ext cx="9144000" cy="523003"/>
          </a:xfrm>
          <a:prstGeom prst="rect">
            <a:avLst/>
          </a:prstGeom>
          <a:solidFill>
            <a:srgbClr val="57068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61" name="Google Shape;61;p14"/>
          <p:cNvSpPr/>
          <p:nvPr/>
        </p:nvSpPr>
        <p:spPr>
          <a:xfrm>
            <a:off x="11" y="4570634"/>
            <a:ext cx="9143989" cy="49863"/>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62" name="Google Shape;62;p14"/>
          <p:cNvSpPr txBox="1"/>
          <p:nvPr>
            <p:ph type="ctr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Calibri"/>
              <a:buNone/>
              <a:defRPr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63" name="Google Shape;63;p14"/>
          <p:cNvSpPr txBox="1"/>
          <p:nvPr>
            <p:ph idx="1" type="subTitle"/>
          </p:nvPr>
        </p:nvSpPr>
        <p:spPr>
          <a:xfrm>
            <a:off x="825038" y="3341716"/>
            <a:ext cx="7543800" cy="857250"/>
          </a:xfrm>
          <a:prstGeom prst="rect">
            <a:avLst/>
          </a:prstGeom>
          <a:noFill/>
          <a:ln>
            <a:noFill/>
          </a:ln>
        </p:spPr>
        <p:txBody>
          <a:bodyPr anchorCtr="0" anchor="t" bIns="34275" lIns="68575" spcFirstLastPara="1" rIns="68575" wrap="square" tIns="34275">
            <a:normAutofit/>
          </a:bodyPr>
          <a:lstStyle>
            <a:lvl1pPr lvl="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lvl="1" algn="ctr">
              <a:lnSpc>
                <a:spcPct val="90000"/>
              </a:lnSpc>
              <a:spcBef>
                <a:spcPts val="200"/>
              </a:spcBef>
              <a:spcAft>
                <a:spcPts val="0"/>
              </a:spcAft>
              <a:buSzPts val="1800"/>
              <a:buNone/>
              <a:defRPr sz="1800"/>
            </a:lvl2pPr>
            <a:lvl3pPr lvl="2" algn="ctr">
              <a:lnSpc>
                <a:spcPct val="90000"/>
              </a:lnSpc>
              <a:spcBef>
                <a:spcPts val="300"/>
              </a:spcBef>
              <a:spcAft>
                <a:spcPts val="0"/>
              </a:spcAft>
              <a:buSzPts val="1800"/>
              <a:buNone/>
              <a:defRPr sz="1800"/>
            </a:lvl3pPr>
            <a:lvl4pPr lvl="3" algn="ctr">
              <a:lnSpc>
                <a:spcPct val="90000"/>
              </a:lnSpc>
              <a:spcBef>
                <a:spcPts val="300"/>
              </a:spcBef>
              <a:spcAft>
                <a:spcPts val="0"/>
              </a:spcAft>
              <a:buSzPts val="1500"/>
              <a:buNone/>
              <a:defRPr sz="1500"/>
            </a:lvl4pPr>
            <a:lvl5pPr lvl="4" algn="ctr">
              <a:lnSpc>
                <a:spcPct val="90000"/>
              </a:lnSpc>
              <a:spcBef>
                <a:spcPts val="300"/>
              </a:spcBef>
              <a:spcAft>
                <a:spcPts val="0"/>
              </a:spcAft>
              <a:buSzPts val="1500"/>
              <a:buNone/>
              <a:defRPr sz="1500"/>
            </a:lvl5pPr>
            <a:lvl6pPr lvl="5" algn="ctr">
              <a:lnSpc>
                <a:spcPct val="90000"/>
              </a:lnSpc>
              <a:spcBef>
                <a:spcPts val="300"/>
              </a:spcBef>
              <a:spcAft>
                <a:spcPts val="0"/>
              </a:spcAft>
              <a:buSzPts val="1500"/>
              <a:buNone/>
              <a:defRPr sz="1500"/>
            </a:lvl6pPr>
            <a:lvl7pPr lvl="6" algn="ctr">
              <a:lnSpc>
                <a:spcPct val="90000"/>
              </a:lnSpc>
              <a:spcBef>
                <a:spcPts val="300"/>
              </a:spcBef>
              <a:spcAft>
                <a:spcPts val="0"/>
              </a:spcAft>
              <a:buSzPts val="1500"/>
              <a:buNone/>
              <a:defRPr sz="1500"/>
            </a:lvl7pPr>
            <a:lvl8pPr lvl="7" algn="ctr">
              <a:lnSpc>
                <a:spcPct val="90000"/>
              </a:lnSpc>
              <a:spcBef>
                <a:spcPts val="300"/>
              </a:spcBef>
              <a:spcAft>
                <a:spcPts val="0"/>
              </a:spcAft>
              <a:buSzPts val="1500"/>
              <a:buNone/>
              <a:defRPr sz="1500"/>
            </a:lvl8pPr>
            <a:lvl9pPr lvl="8" algn="ctr">
              <a:lnSpc>
                <a:spcPct val="90000"/>
              </a:lnSpc>
              <a:spcBef>
                <a:spcPts val="300"/>
              </a:spcBef>
              <a:spcAft>
                <a:spcPts val="300"/>
              </a:spcAft>
              <a:buSzPts val="1500"/>
              <a:buNone/>
              <a:defRPr sz="1500"/>
            </a:lvl9pPr>
          </a:lstStyle>
          <a:p/>
        </p:txBody>
      </p:sp>
      <p:cxnSp>
        <p:nvCxnSpPr>
          <p:cNvPr id="64" name="Google Shape;64;p14"/>
          <p:cNvCxnSpPr/>
          <p:nvPr/>
        </p:nvCxnSpPr>
        <p:spPr>
          <a:xfrm>
            <a:off x="905743" y="3257550"/>
            <a:ext cx="7406640" cy="0"/>
          </a:xfrm>
          <a:prstGeom prst="straightConnector1">
            <a:avLst/>
          </a:prstGeom>
          <a:noFill/>
          <a:ln cap="flat" cmpd="sng" w="9525">
            <a:solidFill>
              <a:srgbClr val="7F7F7F"/>
            </a:solidFill>
            <a:prstDash val="solid"/>
            <a:round/>
            <a:headEnd len="sm" w="sm" type="none"/>
            <a:tailEnd len="sm" w="sm" type="none"/>
          </a:ln>
        </p:spPr>
      </p:cxnSp>
      <p:pic>
        <p:nvPicPr>
          <p:cNvPr id="65" name="Google Shape;65;p14"/>
          <p:cNvPicPr preferRelativeResize="0"/>
          <p:nvPr/>
        </p:nvPicPr>
        <p:blipFill rotWithShape="1">
          <a:blip r:embed="rId2">
            <a:alphaModFix/>
          </a:blip>
          <a:srcRect b="0" l="0" r="0" t="0"/>
          <a:stretch/>
        </p:blipFill>
        <p:spPr>
          <a:xfrm>
            <a:off x="174873" y="4719233"/>
            <a:ext cx="1584919" cy="251212"/>
          </a:xfrm>
          <a:prstGeom prst="rect">
            <a:avLst/>
          </a:prstGeom>
          <a:noFill/>
          <a:ln>
            <a:noFill/>
          </a:ln>
        </p:spPr>
      </p:pic>
      <p:pic>
        <p:nvPicPr>
          <p:cNvPr descr="final-logo-3.eps" id="66" name="Google Shape;66;p14"/>
          <p:cNvPicPr preferRelativeResize="0"/>
          <p:nvPr/>
        </p:nvPicPr>
        <p:blipFill rotWithShape="1">
          <a:blip r:embed="rId3">
            <a:alphaModFix/>
          </a:blip>
          <a:srcRect b="0" l="0" r="0" t="0"/>
          <a:stretch/>
        </p:blipFill>
        <p:spPr>
          <a:xfrm>
            <a:off x="8221436" y="4703018"/>
            <a:ext cx="838036" cy="613053"/>
          </a:xfrm>
          <a:prstGeom prst="rect">
            <a:avLst/>
          </a:prstGeom>
          <a:noFill/>
          <a:ln>
            <a:noFill/>
          </a:ln>
        </p:spPr>
      </p:pic>
      <p:sp>
        <p:nvSpPr>
          <p:cNvPr id="67" name="Google Shape;67;p14"/>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b="0" i="0" sz="1400" u="none" cap="none" strike="noStrike">
                <a:solidFill>
                  <a:srgbClr val="FFFFFF"/>
                </a:solidFill>
                <a:latin typeface="Calibri"/>
                <a:ea typeface="Calibri"/>
                <a:cs typeface="Calibri"/>
                <a:sym typeface="Calibri"/>
              </a:defRPr>
            </a:lvl1pPr>
            <a:lvl2pPr indent="0" lvl="1" marL="0" algn="r">
              <a:spcBef>
                <a:spcPts val="0"/>
              </a:spcBef>
              <a:buNone/>
              <a:defRPr b="0" i="0" sz="1400" u="none" cap="none" strike="noStrike">
                <a:solidFill>
                  <a:srgbClr val="FFFFFF"/>
                </a:solidFill>
                <a:latin typeface="Calibri"/>
                <a:ea typeface="Calibri"/>
                <a:cs typeface="Calibri"/>
                <a:sym typeface="Calibri"/>
              </a:defRPr>
            </a:lvl2pPr>
            <a:lvl3pPr indent="0" lvl="2" marL="0" algn="r">
              <a:spcBef>
                <a:spcPts val="0"/>
              </a:spcBef>
              <a:buNone/>
              <a:defRPr b="0" i="0" sz="1400" u="none" cap="none" strike="noStrike">
                <a:solidFill>
                  <a:srgbClr val="FFFFFF"/>
                </a:solidFill>
                <a:latin typeface="Calibri"/>
                <a:ea typeface="Calibri"/>
                <a:cs typeface="Calibri"/>
                <a:sym typeface="Calibri"/>
              </a:defRPr>
            </a:lvl3pPr>
            <a:lvl4pPr indent="0" lvl="3" marL="0" algn="r">
              <a:spcBef>
                <a:spcPts val="0"/>
              </a:spcBef>
              <a:buNone/>
              <a:defRPr b="0" i="0" sz="1400" u="none" cap="none" strike="noStrike">
                <a:solidFill>
                  <a:srgbClr val="FFFFFF"/>
                </a:solidFill>
                <a:latin typeface="Calibri"/>
                <a:ea typeface="Calibri"/>
                <a:cs typeface="Calibri"/>
                <a:sym typeface="Calibri"/>
              </a:defRPr>
            </a:lvl4pPr>
            <a:lvl5pPr indent="0" lvl="4" marL="0" algn="r">
              <a:spcBef>
                <a:spcPts val="0"/>
              </a:spcBef>
              <a:buNone/>
              <a:defRPr b="0" i="0" sz="1400" u="none" cap="none" strike="noStrike">
                <a:solidFill>
                  <a:srgbClr val="FFFFFF"/>
                </a:solidFill>
                <a:latin typeface="Calibri"/>
                <a:ea typeface="Calibri"/>
                <a:cs typeface="Calibri"/>
                <a:sym typeface="Calibri"/>
              </a:defRPr>
            </a:lvl5pPr>
            <a:lvl6pPr indent="0" lvl="5" marL="0" algn="r">
              <a:spcBef>
                <a:spcPts val="0"/>
              </a:spcBef>
              <a:buNone/>
              <a:defRPr b="0" i="0" sz="1400" u="none" cap="none" strike="noStrike">
                <a:solidFill>
                  <a:srgbClr val="FFFFFF"/>
                </a:solidFill>
                <a:latin typeface="Calibri"/>
                <a:ea typeface="Calibri"/>
                <a:cs typeface="Calibri"/>
                <a:sym typeface="Calibri"/>
              </a:defRPr>
            </a:lvl6pPr>
            <a:lvl7pPr indent="0" lvl="6" marL="0" algn="r">
              <a:spcBef>
                <a:spcPts val="0"/>
              </a:spcBef>
              <a:buNone/>
              <a:defRPr b="0" i="0" sz="1400" u="none" cap="none" strike="noStrike">
                <a:solidFill>
                  <a:srgbClr val="FFFFFF"/>
                </a:solidFill>
                <a:latin typeface="Calibri"/>
                <a:ea typeface="Calibri"/>
                <a:cs typeface="Calibri"/>
                <a:sym typeface="Calibri"/>
              </a:defRPr>
            </a:lvl7pPr>
            <a:lvl8pPr indent="0" lvl="7" marL="0" algn="r">
              <a:spcBef>
                <a:spcPts val="0"/>
              </a:spcBef>
              <a:buNone/>
              <a:defRPr b="0" i="0" sz="1400" u="none" cap="none" strike="noStrike">
                <a:solidFill>
                  <a:srgbClr val="FFFFFF"/>
                </a:solidFill>
                <a:latin typeface="Calibri"/>
                <a:ea typeface="Calibri"/>
                <a:cs typeface="Calibri"/>
                <a:sym typeface="Calibri"/>
              </a:defRPr>
            </a:lvl8pPr>
            <a:lvl9pPr indent="0" lvl="8" marL="0" algn="r">
              <a:spcBef>
                <a:spcPts val="0"/>
              </a:spcBef>
              <a:buNone/>
              <a:defRPr b="0" i="0" sz="14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68" name="Shape 68"/>
        <p:cNvGrpSpPr/>
        <p:nvPr/>
      </p:nvGrpSpPr>
      <p:grpSpPr>
        <a:xfrm>
          <a:off x="0" y="0"/>
          <a:ext cx="0" cy="0"/>
          <a:chOff x="0" y="0"/>
          <a:chExt cx="0" cy="0"/>
        </a:xfrm>
      </p:grpSpPr>
      <p:sp>
        <p:nvSpPr>
          <p:cNvPr id="69" name="Google Shape;69;p15"/>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0" name="Google Shape;70;p15"/>
          <p:cNvSpPr txBox="1"/>
          <p:nvPr>
            <p:ph idx="1" type="body"/>
          </p:nvPr>
        </p:nvSpPr>
        <p:spPr>
          <a:xfrm>
            <a:off x="822960" y="1154458"/>
            <a:ext cx="7543800" cy="3247363"/>
          </a:xfrm>
          <a:prstGeom prst="rect">
            <a:avLst/>
          </a:prstGeom>
          <a:noFill/>
          <a:ln>
            <a:noFill/>
          </a:ln>
        </p:spPr>
        <p:txBody>
          <a:bodyPr anchorCtr="0" anchor="t" bIns="34275" lIns="0" spcFirstLastPara="1" rIns="0" wrap="square" tIns="34275">
            <a:normAutofit/>
          </a:bodyPr>
          <a:lstStyle>
            <a:lvl1pPr indent="-323850" lvl="0" marL="457200" algn="l">
              <a:lnSpc>
                <a:spcPct val="90000"/>
              </a:lnSpc>
              <a:spcBef>
                <a:spcPts val="900"/>
              </a:spcBef>
              <a:spcAft>
                <a:spcPts val="0"/>
              </a:spcAft>
              <a:buSzPts val="1500"/>
              <a:buFont typeface="Noto Sans Symbols"/>
              <a:buChar char="❑"/>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71" name="Google Shape;71;p15"/>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showMasterSp="0" type="secHead">
  <p:cSld name="SECTION_HEADER">
    <p:bg>
      <p:bgPr>
        <a:solidFill>
          <a:schemeClr val="lt1"/>
        </a:solidFill>
      </p:bgPr>
    </p:bg>
    <p:spTree>
      <p:nvGrpSpPr>
        <p:cNvPr id="72" name="Shape 72"/>
        <p:cNvGrpSpPr/>
        <p:nvPr/>
      </p:nvGrpSpPr>
      <p:grpSpPr>
        <a:xfrm>
          <a:off x="0" y="0"/>
          <a:ext cx="0" cy="0"/>
          <a:chOff x="0" y="0"/>
          <a:chExt cx="0" cy="0"/>
        </a:xfrm>
      </p:grpSpPr>
      <p:sp>
        <p:nvSpPr>
          <p:cNvPr id="73" name="Google Shape;73;p16"/>
          <p:cNvSpPr txBox="1"/>
          <p:nvPr>
            <p:ph type="title"/>
          </p:nvPr>
        </p:nvSpPr>
        <p:spPr>
          <a:xfrm>
            <a:off x="822960" y="569214"/>
            <a:ext cx="7543800" cy="267462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262626"/>
              </a:buClr>
              <a:buSzPts val="6000"/>
              <a:buFont typeface="Calibri"/>
              <a:buNone/>
              <a:defRPr b="0" sz="6000">
                <a:solidFill>
                  <a:srgbClr val="262626"/>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74" name="Google Shape;74;p16"/>
          <p:cNvSpPr txBox="1"/>
          <p:nvPr>
            <p:ph idx="1" type="body"/>
          </p:nvPr>
        </p:nvSpPr>
        <p:spPr>
          <a:xfrm>
            <a:off x="822960" y="3339846"/>
            <a:ext cx="7543800" cy="857250"/>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800"/>
              <a:buNone/>
              <a:defRPr sz="1800" cap="none">
                <a:solidFill>
                  <a:schemeClr val="dk2"/>
                </a:solidFill>
                <a:latin typeface="Calibri"/>
                <a:ea typeface="Calibri"/>
                <a:cs typeface="Calibri"/>
                <a:sym typeface="Calibri"/>
              </a:defRPr>
            </a:lvl1pPr>
            <a:lvl2pPr indent="-228600" lvl="1" marL="914400" algn="l">
              <a:lnSpc>
                <a:spcPct val="90000"/>
              </a:lnSpc>
              <a:spcBef>
                <a:spcPts val="200"/>
              </a:spcBef>
              <a:spcAft>
                <a:spcPts val="0"/>
              </a:spcAft>
              <a:buSzPts val="1400"/>
              <a:buNone/>
              <a:defRPr sz="1400">
                <a:solidFill>
                  <a:srgbClr val="888888"/>
                </a:solidFill>
              </a:defRPr>
            </a:lvl2pPr>
            <a:lvl3pPr indent="-228600" lvl="2" marL="1371600" algn="l">
              <a:lnSpc>
                <a:spcPct val="90000"/>
              </a:lnSpc>
              <a:spcBef>
                <a:spcPts val="300"/>
              </a:spcBef>
              <a:spcAft>
                <a:spcPts val="0"/>
              </a:spcAft>
              <a:buSzPts val="1200"/>
              <a:buNone/>
              <a:defRPr sz="1200">
                <a:solidFill>
                  <a:srgbClr val="888888"/>
                </a:solidFill>
              </a:defRPr>
            </a:lvl3pPr>
            <a:lvl4pPr indent="-228600" lvl="3" marL="1828800" algn="l">
              <a:lnSpc>
                <a:spcPct val="90000"/>
              </a:lnSpc>
              <a:spcBef>
                <a:spcPts val="300"/>
              </a:spcBef>
              <a:spcAft>
                <a:spcPts val="0"/>
              </a:spcAft>
              <a:buSzPts val="1100"/>
              <a:buNone/>
              <a:defRPr sz="1100">
                <a:solidFill>
                  <a:srgbClr val="888888"/>
                </a:solidFill>
              </a:defRPr>
            </a:lvl4pPr>
            <a:lvl5pPr indent="-228600" lvl="4" marL="2286000" algn="l">
              <a:lnSpc>
                <a:spcPct val="90000"/>
              </a:lnSpc>
              <a:spcBef>
                <a:spcPts val="300"/>
              </a:spcBef>
              <a:spcAft>
                <a:spcPts val="0"/>
              </a:spcAft>
              <a:buSzPts val="1100"/>
              <a:buNone/>
              <a:defRPr sz="1100">
                <a:solidFill>
                  <a:srgbClr val="888888"/>
                </a:solidFill>
              </a:defRPr>
            </a:lvl5pPr>
            <a:lvl6pPr indent="-228600" lvl="5" marL="2743200" algn="l">
              <a:lnSpc>
                <a:spcPct val="90000"/>
              </a:lnSpc>
              <a:spcBef>
                <a:spcPts val="300"/>
              </a:spcBef>
              <a:spcAft>
                <a:spcPts val="0"/>
              </a:spcAft>
              <a:buSzPts val="1100"/>
              <a:buNone/>
              <a:defRPr sz="1100">
                <a:solidFill>
                  <a:srgbClr val="888888"/>
                </a:solidFill>
              </a:defRPr>
            </a:lvl6pPr>
            <a:lvl7pPr indent="-228600" lvl="6" marL="3200400" algn="l">
              <a:lnSpc>
                <a:spcPct val="90000"/>
              </a:lnSpc>
              <a:spcBef>
                <a:spcPts val="300"/>
              </a:spcBef>
              <a:spcAft>
                <a:spcPts val="0"/>
              </a:spcAft>
              <a:buSzPts val="1100"/>
              <a:buNone/>
              <a:defRPr sz="1100">
                <a:solidFill>
                  <a:srgbClr val="888888"/>
                </a:solidFill>
              </a:defRPr>
            </a:lvl7pPr>
            <a:lvl8pPr indent="-228600" lvl="7" marL="3657600" algn="l">
              <a:lnSpc>
                <a:spcPct val="90000"/>
              </a:lnSpc>
              <a:spcBef>
                <a:spcPts val="300"/>
              </a:spcBef>
              <a:spcAft>
                <a:spcPts val="0"/>
              </a:spcAft>
              <a:buSzPts val="1100"/>
              <a:buNone/>
              <a:defRPr sz="1100">
                <a:solidFill>
                  <a:srgbClr val="888888"/>
                </a:solidFill>
              </a:defRPr>
            </a:lvl8pPr>
            <a:lvl9pPr indent="-228600" lvl="8" marL="4114800" algn="l">
              <a:lnSpc>
                <a:spcPct val="90000"/>
              </a:lnSpc>
              <a:spcBef>
                <a:spcPts val="300"/>
              </a:spcBef>
              <a:spcAft>
                <a:spcPts val="300"/>
              </a:spcAft>
              <a:buSzPts val="1100"/>
              <a:buNone/>
              <a:defRPr sz="1100">
                <a:solidFill>
                  <a:srgbClr val="888888"/>
                </a:solidFill>
              </a:defRPr>
            </a:lvl9pPr>
          </a:lstStyle>
          <a:p/>
        </p:txBody>
      </p:sp>
      <p:cxnSp>
        <p:nvCxnSpPr>
          <p:cNvPr id="75" name="Google Shape;75;p16"/>
          <p:cNvCxnSpPr/>
          <p:nvPr/>
        </p:nvCxnSpPr>
        <p:spPr>
          <a:xfrm>
            <a:off x="905743" y="3257550"/>
            <a:ext cx="7406640" cy="0"/>
          </a:xfrm>
          <a:prstGeom prst="straightConnector1">
            <a:avLst/>
          </a:prstGeom>
          <a:noFill/>
          <a:ln cap="flat" cmpd="sng" w="9525">
            <a:solidFill>
              <a:srgbClr val="7F7F7F"/>
            </a:solidFill>
            <a:prstDash val="solid"/>
            <a:round/>
            <a:headEnd len="sm" w="sm" type="none"/>
            <a:tailEnd len="sm" w="sm" type="none"/>
          </a:ln>
        </p:spPr>
      </p:cxnSp>
      <p:sp>
        <p:nvSpPr>
          <p:cNvPr id="76" name="Google Shape;76;p16"/>
          <p:cNvSpPr/>
          <p:nvPr/>
        </p:nvSpPr>
        <p:spPr>
          <a:xfrm>
            <a:off x="0" y="4754310"/>
            <a:ext cx="9144000" cy="389190"/>
          </a:xfrm>
          <a:prstGeom prst="rect">
            <a:avLst/>
          </a:prstGeom>
          <a:solidFill>
            <a:srgbClr val="57068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77" name="Google Shape;77;p16"/>
          <p:cNvSpPr/>
          <p:nvPr/>
        </p:nvSpPr>
        <p:spPr>
          <a:xfrm>
            <a:off x="11" y="4704447"/>
            <a:ext cx="9143989" cy="49863"/>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pic>
        <p:nvPicPr>
          <p:cNvPr descr="final-logo-3.eps" id="78" name="Google Shape;78;p16"/>
          <p:cNvPicPr preferRelativeResize="0"/>
          <p:nvPr/>
        </p:nvPicPr>
        <p:blipFill rotWithShape="1">
          <a:blip r:embed="rId2">
            <a:alphaModFix/>
          </a:blip>
          <a:srcRect b="0" l="0" r="0" t="0"/>
          <a:stretch/>
        </p:blipFill>
        <p:spPr>
          <a:xfrm>
            <a:off x="8221436" y="4784663"/>
            <a:ext cx="838036" cy="613053"/>
          </a:xfrm>
          <a:prstGeom prst="rect">
            <a:avLst/>
          </a:prstGeom>
          <a:noFill/>
          <a:ln>
            <a:noFill/>
          </a:ln>
        </p:spPr>
      </p:pic>
      <p:pic>
        <p:nvPicPr>
          <p:cNvPr id="79" name="Google Shape;79;p16"/>
          <p:cNvPicPr preferRelativeResize="0"/>
          <p:nvPr/>
        </p:nvPicPr>
        <p:blipFill rotWithShape="1">
          <a:blip r:embed="rId3">
            <a:alphaModFix/>
          </a:blip>
          <a:srcRect b="0" l="0" r="0" t="0"/>
          <a:stretch/>
        </p:blipFill>
        <p:spPr>
          <a:xfrm>
            <a:off x="113284" y="4804173"/>
            <a:ext cx="1584919" cy="251212"/>
          </a:xfrm>
          <a:prstGeom prst="rect">
            <a:avLst/>
          </a:prstGeom>
          <a:noFill/>
          <a:ln>
            <a:noFill/>
          </a:ln>
        </p:spPr>
      </p:pic>
      <p:sp>
        <p:nvSpPr>
          <p:cNvPr id="80" name="Google Shape;80;p16"/>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400">
                <a:solidFill>
                  <a:srgbClr val="FFFFFF"/>
                </a:solidFill>
                <a:latin typeface="Calibri"/>
                <a:ea typeface="Calibri"/>
                <a:cs typeface="Calibri"/>
                <a:sym typeface="Calibri"/>
              </a:defRPr>
            </a:lvl1pPr>
            <a:lvl2pPr indent="0" lvl="1" marL="0" algn="r">
              <a:spcBef>
                <a:spcPts val="0"/>
              </a:spcBef>
              <a:buNone/>
              <a:defRPr sz="1400">
                <a:solidFill>
                  <a:srgbClr val="FFFFFF"/>
                </a:solidFill>
                <a:latin typeface="Calibri"/>
                <a:ea typeface="Calibri"/>
                <a:cs typeface="Calibri"/>
                <a:sym typeface="Calibri"/>
              </a:defRPr>
            </a:lvl2pPr>
            <a:lvl3pPr indent="0" lvl="2" marL="0" algn="r">
              <a:spcBef>
                <a:spcPts val="0"/>
              </a:spcBef>
              <a:buNone/>
              <a:defRPr sz="1400">
                <a:solidFill>
                  <a:srgbClr val="FFFFFF"/>
                </a:solidFill>
                <a:latin typeface="Calibri"/>
                <a:ea typeface="Calibri"/>
                <a:cs typeface="Calibri"/>
                <a:sym typeface="Calibri"/>
              </a:defRPr>
            </a:lvl3pPr>
            <a:lvl4pPr indent="0" lvl="3" marL="0" algn="r">
              <a:spcBef>
                <a:spcPts val="0"/>
              </a:spcBef>
              <a:buNone/>
              <a:defRPr sz="1400">
                <a:solidFill>
                  <a:srgbClr val="FFFFFF"/>
                </a:solidFill>
                <a:latin typeface="Calibri"/>
                <a:ea typeface="Calibri"/>
                <a:cs typeface="Calibri"/>
                <a:sym typeface="Calibri"/>
              </a:defRPr>
            </a:lvl4pPr>
            <a:lvl5pPr indent="0" lvl="4" marL="0" algn="r">
              <a:spcBef>
                <a:spcPts val="0"/>
              </a:spcBef>
              <a:buNone/>
              <a:defRPr sz="1400">
                <a:solidFill>
                  <a:srgbClr val="FFFFFF"/>
                </a:solidFill>
                <a:latin typeface="Calibri"/>
                <a:ea typeface="Calibri"/>
                <a:cs typeface="Calibri"/>
                <a:sym typeface="Calibri"/>
              </a:defRPr>
            </a:lvl5pPr>
            <a:lvl6pPr indent="0" lvl="5" marL="0" algn="r">
              <a:spcBef>
                <a:spcPts val="0"/>
              </a:spcBef>
              <a:buNone/>
              <a:defRPr sz="1400">
                <a:solidFill>
                  <a:srgbClr val="FFFFFF"/>
                </a:solidFill>
                <a:latin typeface="Calibri"/>
                <a:ea typeface="Calibri"/>
                <a:cs typeface="Calibri"/>
                <a:sym typeface="Calibri"/>
              </a:defRPr>
            </a:lvl6pPr>
            <a:lvl7pPr indent="0" lvl="6" marL="0" algn="r">
              <a:spcBef>
                <a:spcPts val="0"/>
              </a:spcBef>
              <a:buNone/>
              <a:defRPr sz="1400">
                <a:solidFill>
                  <a:srgbClr val="FFFFFF"/>
                </a:solidFill>
                <a:latin typeface="Calibri"/>
                <a:ea typeface="Calibri"/>
                <a:cs typeface="Calibri"/>
                <a:sym typeface="Calibri"/>
              </a:defRPr>
            </a:lvl7pPr>
            <a:lvl8pPr indent="0" lvl="7" marL="0" algn="r">
              <a:spcBef>
                <a:spcPts val="0"/>
              </a:spcBef>
              <a:buNone/>
              <a:defRPr sz="1400">
                <a:solidFill>
                  <a:srgbClr val="FFFFFF"/>
                </a:solidFill>
                <a:latin typeface="Calibri"/>
                <a:ea typeface="Calibri"/>
                <a:cs typeface="Calibri"/>
                <a:sym typeface="Calibri"/>
              </a:defRPr>
            </a:lvl8pPr>
            <a:lvl9pPr indent="0" lvl="8" marL="0" algn="r">
              <a:spcBef>
                <a:spcPts val="0"/>
              </a:spcBef>
              <a:buNone/>
              <a:defRPr sz="14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81" name="Shape 81"/>
        <p:cNvGrpSpPr/>
        <p:nvPr/>
      </p:nvGrpSpPr>
      <p:grpSpPr>
        <a:xfrm>
          <a:off x="0" y="0"/>
          <a:ext cx="0" cy="0"/>
          <a:chOff x="0" y="0"/>
          <a:chExt cx="0" cy="0"/>
        </a:xfrm>
      </p:grpSpPr>
      <p:sp>
        <p:nvSpPr>
          <p:cNvPr id="82" name="Google Shape;82;p17"/>
          <p:cNvSpPr txBox="1"/>
          <p:nvPr>
            <p:ph type="title"/>
          </p:nvPr>
        </p:nvSpPr>
        <p:spPr>
          <a:xfrm>
            <a:off x="822960" y="214952"/>
            <a:ext cx="7543800" cy="79088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3" name="Google Shape;83;p17"/>
          <p:cNvSpPr txBox="1"/>
          <p:nvPr>
            <p:ph idx="1" type="body"/>
          </p:nvPr>
        </p:nvSpPr>
        <p:spPr>
          <a:xfrm>
            <a:off x="822958" y="1384301"/>
            <a:ext cx="3703320" cy="301752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84" name="Google Shape;84;p17"/>
          <p:cNvSpPr txBox="1"/>
          <p:nvPr>
            <p:ph idx="2" type="body"/>
          </p:nvPr>
        </p:nvSpPr>
        <p:spPr>
          <a:xfrm>
            <a:off x="4663440" y="1384301"/>
            <a:ext cx="3703320" cy="301752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85" name="Google Shape;85;p17"/>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86" name="Shape 86"/>
        <p:cNvGrpSpPr/>
        <p:nvPr/>
      </p:nvGrpSpPr>
      <p:grpSpPr>
        <a:xfrm>
          <a:off x="0" y="0"/>
          <a:ext cx="0" cy="0"/>
          <a:chOff x="0" y="0"/>
          <a:chExt cx="0" cy="0"/>
        </a:xfrm>
      </p:grpSpPr>
      <p:sp>
        <p:nvSpPr>
          <p:cNvPr id="87" name="Google Shape;87;p18"/>
          <p:cNvSpPr txBox="1"/>
          <p:nvPr>
            <p:ph type="title"/>
          </p:nvPr>
        </p:nvSpPr>
        <p:spPr>
          <a:xfrm>
            <a:off x="822960" y="214953"/>
            <a:ext cx="7543800" cy="795149"/>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88" name="Google Shape;88;p18"/>
          <p:cNvSpPr txBox="1"/>
          <p:nvPr>
            <p:ph idx="1" type="body"/>
          </p:nvPr>
        </p:nvSpPr>
        <p:spPr>
          <a:xfrm>
            <a:off x="822960" y="1108433"/>
            <a:ext cx="3703320" cy="552212"/>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200"/>
              </a:spcBef>
              <a:spcAft>
                <a:spcPts val="0"/>
              </a:spcAft>
              <a:buSzPts val="1500"/>
              <a:buNone/>
              <a:defRPr b="1" sz="1500"/>
            </a:lvl2pPr>
            <a:lvl3pPr indent="-228600" lvl="2" marL="1371600" algn="l">
              <a:lnSpc>
                <a:spcPct val="90000"/>
              </a:lnSpc>
              <a:spcBef>
                <a:spcPts val="300"/>
              </a:spcBef>
              <a:spcAft>
                <a:spcPts val="0"/>
              </a:spcAft>
              <a:buSzPts val="1400"/>
              <a:buNone/>
              <a:defRPr b="1" sz="140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89" name="Google Shape;89;p18"/>
          <p:cNvSpPr txBox="1"/>
          <p:nvPr>
            <p:ph idx="2" type="body"/>
          </p:nvPr>
        </p:nvSpPr>
        <p:spPr>
          <a:xfrm>
            <a:off x="822960" y="1660645"/>
            <a:ext cx="3703320" cy="253365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0" name="Google Shape;90;p18"/>
          <p:cNvSpPr txBox="1"/>
          <p:nvPr>
            <p:ph idx="3" type="body"/>
          </p:nvPr>
        </p:nvSpPr>
        <p:spPr>
          <a:xfrm>
            <a:off x="4663440" y="1108433"/>
            <a:ext cx="3703320" cy="552212"/>
          </a:xfrm>
          <a:prstGeom prst="rect">
            <a:avLst/>
          </a:prstGeom>
          <a:noFill/>
          <a:ln>
            <a:noFill/>
          </a:ln>
        </p:spPr>
        <p:txBody>
          <a:bodyPr anchorCtr="0" anchor="ctr" bIns="34275" lIns="68575" spcFirstLastPara="1" rIns="68575" wrap="square" tIns="34275">
            <a:normAutofit/>
          </a:bodyPr>
          <a:lstStyle>
            <a:lvl1pPr indent="-228600" lvl="0" marL="457200" algn="l">
              <a:lnSpc>
                <a:spcPct val="90000"/>
              </a:lnSpc>
              <a:spcBef>
                <a:spcPts val="900"/>
              </a:spcBef>
              <a:spcAft>
                <a:spcPts val="0"/>
              </a:spcAft>
              <a:buSzPts val="1500"/>
              <a:buNone/>
              <a:defRPr b="0" sz="1500" cap="none">
                <a:solidFill>
                  <a:schemeClr val="dk2"/>
                </a:solidFill>
              </a:defRPr>
            </a:lvl1pPr>
            <a:lvl2pPr indent="-228600" lvl="1" marL="914400" algn="l">
              <a:lnSpc>
                <a:spcPct val="90000"/>
              </a:lnSpc>
              <a:spcBef>
                <a:spcPts val="200"/>
              </a:spcBef>
              <a:spcAft>
                <a:spcPts val="0"/>
              </a:spcAft>
              <a:buSzPts val="1500"/>
              <a:buNone/>
              <a:defRPr b="1" sz="1500"/>
            </a:lvl2pPr>
            <a:lvl3pPr indent="-228600" lvl="2" marL="1371600" algn="l">
              <a:lnSpc>
                <a:spcPct val="90000"/>
              </a:lnSpc>
              <a:spcBef>
                <a:spcPts val="300"/>
              </a:spcBef>
              <a:spcAft>
                <a:spcPts val="0"/>
              </a:spcAft>
              <a:buSzPts val="1400"/>
              <a:buNone/>
              <a:defRPr b="1" sz="1400"/>
            </a:lvl3pPr>
            <a:lvl4pPr indent="-228600" lvl="3" marL="1828800" algn="l">
              <a:lnSpc>
                <a:spcPct val="90000"/>
              </a:lnSpc>
              <a:spcBef>
                <a:spcPts val="300"/>
              </a:spcBef>
              <a:spcAft>
                <a:spcPts val="0"/>
              </a:spcAft>
              <a:buSzPts val="1200"/>
              <a:buNone/>
              <a:defRPr b="1" sz="1200"/>
            </a:lvl4pPr>
            <a:lvl5pPr indent="-228600" lvl="4" marL="2286000" algn="l">
              <a:lnSpc>
                <a:spcPct val="90000"/>
              </a:lnSpc>
              <a:spcBef>
                <a:spcPts val="300"/>
              </a:spcBef>
              <a:spcAft>
                <a:spcPts val="0"/>
              </a:spcAft>
              <a:buSzPts val="1200"/>
              <a:buNone/>
              <a:defRPr b="1" sz="1200"/>
            </a:lvl5pPr>
            <a:lvl6pPr indent="-228600" lvl="5" marL="2743200" algn="l">
              <a:lnSpc>
                <a:spcPct val="90000"/>
              </a:lnSpc>
              <a:spcBef>
                <a:spcPts val="300"/>
              </a:spcBef>
              <a:spcAft>
                <a:spcPts val="0"/>
              </a:spcAft>
              <a:buSzPts val="1200"/>
              <a:buNone/>
              <a:defRPr b="1" sz="1200"/>
            </a:lvl6pPr>
            <a:lvl7pPr indent="-228600" lvl="6" marL="3200400" algn="l">
              <a:lnSpc>
                <a:spcPct val="90000"/>
              </a:lnSpc>
              <a:spcBef>
                <a:spcPts val="300"/>
              </a:spcBef>
              <a:spcAft>
                <a:spcPts val="0"/>
              </a:spcAft>
              <a:buSzPts val="1200"/>
              <a:buNone/>
              <a:defRPr b="1" sz="1200"/>
            </a:lvl7pPr>
            <a:lvl8pPr indent="-228600" lvl="7" marL="3657600" algn="l">
              <a:lnSpc>
                <a:spcPct val="90000"/>
              </a:lnSpc>
              <a:spcBef>
                <a:spcPts val="300"/>
              </a:spcBef>
              <a:spcAft>
                <a:spcPts val="0"/>
              </a:spcAft>
              <a:buSzPts val="1200"/>
              <a:buNone/>
              <a:defRPr b="1" sz="1200"/>
            </a:lvl8pPr>
            <a:lvl9pPr indent="-228600" lvl="8" marL="4114800" algn="l">
              <a:lnSpc>
                <a:spcPct val="90000"/>
              </a:lnSpc>
              <a:spcBef>
                <a:spcPts val="300"/>
              </a:spcBef>
              <a:spcAft>
                <a:spcPts val="300"/>
              </a:spcAft>
              <a:buSzPts val="1200"/>
              <a:buNone/>
              <a:defRPr b="1" sz="1200"/>
            </a:lvl9pPr>
          </a:lstStyle>
          <a:p/>
        </p:txBody>
      </p:sp>
      <p:sp>
        <p:nvSpPr>
          <p:cNvPr id="91" name="Google Shape;91;p18"/>
          <p:cNvSpPr txBox="1"/>
          <p:nvPr>
            <p:ph idx="4" type="body"/>
          </p:nvPr>
        </p:nvSpPr>
        <p:spPr>
          <a:xfrm>
            <a:off x="4663440" y="1660645"/>
            <a:ext cx="3703320" cy="253365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92" name="Google Shape;92;p18"/>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93" name="Shape 93"/>
        <p:cNvGrpSpPr/>
        <p:nvPr/>
      </p:nvGrpSpPr>
      <p:grpSpPr>
        <a:xfrm>
          <a:off x="0" y="0"/>
          <a:ext cx="0" cy="0"/>
          <a:chOff x="0" y="0"/>
          <a:chExt cx="0" cy="0"/>
        </a:xfrm>
      </p:grpSpPr>
      <p:sp>
        <p:nvSpPr>
          <p:cNvPr id="94" name="Google Shape;94;p19"/>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95" name="Google Shape;95;p19"/>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showMasterSp="0" type="blank">
  <p:cSld name="BLANK">
    <p:spTree>
      <p:nvGrpSpPr>
        <p:cNvPr id="96" name="Shape 96"/>
        <p:cNvGrpSpPr/>
        <p:nvPr/>
      </p:nvGrpSpPr>
      <p:grpSpPr>
        <a:xfrm>
          <a:off x="0" y="0"/>
          <a:ext cx="0" cy="0"/>
          <a:chOff x="0" y="0"/>
          <a:chExt cx="0" cy="0"/>
        </a:xfrm>
      </p:grpSpPr>
      <p:sp>
        <p:nvSpPr>
          <p:cNvPr id="97" name="Google Shape;97;p20"/>
          <p:cNvSpPr/>
          <p:nvPr/>
        </p:nvSpPr>
        <p:spPr>
          <a:xfrm>
            <a:off x="0" y="4754310"/>
            <a:ext cx="9144000" cy="389190"/>
          </a:xfrm>
          <a:prstGeom prst="rect">
            <a:avLst/>
          </a:prstGeom>
          <a:solidFill>
            <a:srgbClr val="57068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sz="1400">
              <a:solidFill>
                <a:schemeClr val="lt1"/>
              </a:solidFill>
              <a:latin typeface="Calibri"/>
              <a:ea typeface="Calibri"/>
              <a:cs typeface="Calibri"/>
              <a:sym typeface="Calibri"/>
            </a:endParaRPr>
          </a:p>
        </p:txBody>
      </p:sp>
      <p:sp>
        <p:nvSpPr>
          <p:cNvPr id="98" name="Google Shape;98;p20"/>
          <p:cNvSpPr/>
          <p:nvPr/>
        </p:nvSpPr>
        <p:spPr>
          <a:xfrm>
            <a:off x="11" y="4704447"/>
            <a:ext cx="9143989" cy="49863"/>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99" name="Google Shape;99;p20"/>
          <p:cNvSpPr txBox="1"/>
          <p:nvPr>
            <p:ph idx="12" type="sldNum"/>
          </p:nvPr>
        </p:nvSpPr>
        <p:spPr>
          <a:xfrm>
            <a:off x="7374511" y="4881504"/>
            <a:ext cx="738014" cy="205383"/>
          </a:xfrm>
          <a:prstGeom prst="rect">
            <a:avLst/>
          </a:prstGeom>
          <a:noFill/>
          <a:ln>
            <a:noFill/>
          </a:ln>
        </p:spPr>
        <p:txBody>
          <a:bodyPr anchorCtr="0" anchor="ctr" bIns="25700" lIns="51425" spcFirstLastPara="1" rIns="51425" wrap="square" tIns="25700">
            <a:noAutofit/>
          </a:bodyPr>
          <a:lstStyle>
            <a:lvl1pPr indent="0" lvl="0" marL="0" algn="r">
              <a:spcBef>
                <a:spcPts val="0"/>
              </a:spcBef>
              <a:buNone/>
              <a:defRPr sz="600">
                <a:solidFill>
                  <a:srgbClr val="FFFFFF"/>
                </a:solidFill>
                <a:latin typeface="Calibri"/>
                <a:ea typeface="Calibri"/>
                <a:cs typeface="Calibri"/>
                <a:sym typeface="Calibri"/>
              </a:defRPr>
            </a:lvl1pPr>
            <a:lvl2pPr indent="0" lvl="1" marL="0" algn="r">
              <a:spcBef>
                <a:spcPts val="0"/>
              </a:spcBef>
              <a:buNone/>
              <a:defRPr sz="600">
                <a:solidFill>
                  <a:srgbClr val="FFFFFF"/>
                </a:solidFill>
                <a:latin typeface="Calibri"/>
                <a:ea typeface="Calibri"/>
                <a:cs typeface="Calibri"/>
                <a:sym typeface="Calibri"/>
              </a:defRPr>
            </a:lvl2pPr>
            <a:lvl3pPr indent="0" lvl="2" marL="0" algn="r">
              <a:spcBef>
                <a:spcPts val="0"/>
              </a:spcBef>
              <a:buNone/>
              <a:defRPr sz="600">
                <a:solidFill>
                  <a:srgbClr val="FFFFFF"/>
                </a:solidFill>
                <a:latin typeface="Calibri"/>
                <a:ea typeface="Calibri"/>
                <a:cs typeface="Calibri"/>
                <a:sym typeface="Calibri"/>
              </a:defRPr>
            </a:lvl3pPr>
            <a:lvl4pPr indent="0" lvl="3" marL="0" algn="r">
              <a:spcBef>
                <a:spcPts val="0"/>
              </a:spcBef>
              <a:buNone/>
              <a:defRPr sz="600">
                <a:solidFill>
                  <a:srgbClr val="FFFFFF"/>
                </a:solidFill>
                <a:latin typeface="Calibri"/>
                <a:ea typeface="Calibri"/>
                <a:cs typeface="Calibri"/>
                <a:sym typeface="Calibri"/>
              </a:defRPr>
            </a:lvl4pPr>
            <a:lvl5pPr indent="0" lvl="4" marL="0" algn="r">
              <a:spcBef>
                <a:spcPts val="0"/>
              </a:spcBef>
              <a:buNone/>
              <a:defRPr sz="600">
                <a:solidFill>
                  <a:srgbClr val="FFFFFF"/>
                </a:solidFill>
                <a:latin typeface="Calibri"/>
                <a:ea typeface="Calibri"/>
                <a:cs typeface="Calibri"/>
                <a:sym typeface="Calibri"/>
              </a:defRPr>
            </a:lvl5pPr>
            <a:lvl6pPr indent="0" lvl="5" marL="0" algn="r">
              <a:spcBef>
                <a:spcPts val="0"/>
              </a:spcBef>
              <a:buNone/>
              <a:defRPr sz="600">
                <a:solidFill>
                  <a:srgbClr val="FFFFFF"/>
                </a:solidFill>
                <a:latin typeface="Calibri"/>
                <a:ea typeface="Calibri"/>
                <a:cs typeface="Calibri"/>
                <a:sym typeface="Calibri"/>
              </a:defRPr>
            </a:lvl6pPr>
            <a:lvl7pPr indent="0" lvl="6" marL="0" algn="r">
              <a:spcBef>
                <a:spcPts val="0"/>
              </a:spcBef>
              <a:buNone/>
              <a:defRPr sz="600">
                <a:solidFill>
                  <a:srgbClr val="FFFFFF"/>
                </a:solidFill>
                <a:latin typeface="Calibri"/>
                <a:ea typeface="Calibri"/>
                <a:cs typeface="Calibri"/>
                <a:sym typeface="Calibri"/>
              </a:defRPr>
            </a:lvl7pPr>
            <a:lvl8pPr indent="0" lvl="7" marL="0" algn="r">
              <a:spcBef>
                <a:spcPts val="0"/>
              </a:spcBef>
              <a:buNone/>
              <a:defRPr sz="600">
                <a:solidFill>
                  <a:srgbClr val="FFFFFF"/>
                </a:solidFill>
                <a:latin typeface="Calibri"/>
                <a:ea typeface="Calibri"/>
                <a:cs typeface="Calibri"/>
                <a:sym typeface="Calibri"/>
              </a:defRPr>
            </a:lvl8pPr>
            <a:lvl9pPr indent="0" lvl="8" marL="0" algn="r">
              <a:spcBef>
                <a:spcPts val="0"/>
              </a:spcBef>
              <a:buNone/>
              <a:defRPr sz="600">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pic>
        <p:nvPicPr>
          <p:cNvPr id="100" name="Google Shape;100;p20"/>
          <p:cNvPicPr preferRelativeResize="0"/>
          <p:nvPr/>
        </p:nvPicPr>
        <p:blipFill rotWithShape="1">
          <a:blip r:embed="rId2">
            <a:alphaModFix/>
          </a:blip>
          <a:srcRect b="0" l="0" r="0" t="0"/>
          <a:stretch/>
        </p:blipFill>
        <p:spPr>
          <a:xfrm>
            <a:off x="150380" y="4804173"/>
            <a:ext cx="1584919" cy="251212"/>
          </a:xfrm>
          <a:prstGeom prst="rect">
            <a:avLst/>
          </a:prstGeom>
          <a:noFill/>
          <a:ln>
            <a:noFill/>
          </a:ln>
        </p:spPr>
      </p:pic>
      <p:pic>
        <p:nvPicPr>
          <p:cNvPr descr="final-logo-3.eps" id="101" name="Google Shape;101;p20"/>
          <p:cNvPicPr preferRelativeResize="0"/>
          <p:nvPr/>
        </p:nvPicPr>
        <p:blipFill rotWithShape="1">
          <a:blip r:embed="rId3">
            <a:alphaModFix/>
          </a:blip>
          <a:srcRect b="0" l="0" r="0" t="0"/>
          <a:stretch/>
        </p:blipFill>
        <p:spPr>
          <a:xfrm>
            <a:off x="8281907" y="4834966"/>
            <a:ext cx="692711" cy="506743"/>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showMasterSp="0" type="objTx">
  <p:cSld name="OBJECT_WITH_CAPTION_TEXT">
    <p:spTree>
      <p:nvGrpSpPr>
        <p:cNvPr id="102" name="Shape 102"/>
        <p:cNvGrpSpPr/>
        <p:nvPr/>
      </p:nvGrpSpPr>
      <p:grpSpPr>
        <a:xfrm>
          <a:off x="0" y="0"/>
          <a:ext cx="0" cy="0"/>
          <a:chOff x="0" y="0"/>
          <a:chExt cx="0" cy="0"/>
        </a:xfrm>
      </p:grpSpPr>
      <p:sp>
        <p:nvSpPr>
          <p:cNvPr id="103" name="Google Shape;103;p21"/>
          <p:cNvSpPr/>
          <p:nvPr/>
        </p:nvSpPr>
        <p:spPr>
          <a:xfrm>
            <a:off x="12" y="0"/>
            <a:ext cx="3038093" cy="51435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4" name="Google Shape;104;p21"/>
          <p:cNvSpPr/>
          <p:nvPr/>
        </p:nvSpPr>
        <p:spPr>
          <a:xfrm>
            <a:off x="3030053" y="0"/>
            <a:ext cx="48006" cy="5143500"/>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05" name="Google Shape;105;p21"/>
          <p:cNvSpPr txBox="1"/>
          <p:nvPr>
            <p:ph type="title"/>
          </p:nvPr>
        </p:nvSpPr>
        <p:spPr>
          <a:xfrm>
            <a:off x="342900" y="445769"/>
            <a:ext cx="2400300" cy="1714500"/>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06" name="Google Shape;106;p21"/>
          <p:cNvSpPr txBox="1"/>
          <p:nvPr>
            <p:ph idx="1" type="body"/>
          </p:nvPr>
        </p:nvSpPr>
        <p:spPr>
          <a:xfrm>
            <a:off x="3600450" y="548640"/>
            <a:ext cx="4869180" cy="3943350"/>
          </a:xfrm>
          <a:prstGeom prst="rect">
            <a:avLst/>
          </a:prstGeom>
          <a:noFill/>
          <a:ln>
            <a:noFill/>
          </a:ln>
        </p:spPr>
        <p:txBody>
          <a:bodyPr anchorCtr="0" anchor="t" bIns="34275" lIns="0" spcFirstLastPara="1" rIns="0" wrap="square" tIns="34275">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07" name="Google Shape;107;p21"/>
          <p:cNvSpPr txBox="1"/>
          <p:nvPr>
            <p:ph idx="2" type="body"/>
          </p:nvPr>
        </p:nvSpPr>
        <p:spPr>
          <a:xfrm>
            <a:off x="342900" y="2194560"/>
            <a:ext cx="2400300" cy="2534343"/>
          </a:xfrm>
          <a:prstGeom prst="rect">
            <a:avLst/>
          </a:prstGeom>
          <a:noFill/>
          <a:ln>
            <a:noFill/>
          </a:ln>
        </p:spPr>
        <p:txBody>
          <a:bodyPr anchorCtr="0" anchor="t" bIns="34275" lIns="68575" spcFirstLastPara="1" rIns="68575" wrap="square" tIns="34275">
            <a:normAutofit/>
          </a:bodyPr>
          <a:lstStyle>
            <a:lvl1pPr indent="-228600" lvl="0" marL="457200" algn="l">
              <a:lnSpc>
                <a:spcPct val="90000"/>
              </a:lnSpc>
              <a:spcBef>
                <a:spcPts val="900"/>
              </a:spcBef>
              <a:spcAft>
                <a:spcPts val="0"/>
              </a:spcAft>
              <a:buSzPts val="1100"/>
              <a:buNone/>
              <a:defRPr sz="1100">
                <a:solidFill>
                  <a:srgbClr val="FFFFFF"/>
                </a:solidFill>
              </a:defRPr>
            </a:lvl1pPr>
            <a:lvl2pPr indent="-228600" lvl="1" marL="914400" algn="l">
              <a:lnSpc>
                <a:spcPct val="90000"/>
              </a:lnSpc>
              <a:spcBef>
                <a:spcPts val="2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108" name="Google Shape;108;p21"/>
          <p:cNvSpPr txBox="1"/>
          <p:nvPr>
            <p:ph idx="10" type="dt"/>
          </p:nvPr>
        </p:nvSpPr>
        <p:spPr>
          <a:xfrm>
            <a:off x="349134" y="4844839"/>
            <a:ext cx="1963882" cy="273844"/>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sz="1400">
                <a:solidFill>
                  <a:schemeClr val="dk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09" name="Google Shape;109;p21"/>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sz="1400">
                <a:solidFill>
                  <a:schemeClr val="dk2"/>
                </a:solidFill>
                <a:latin typeface="Calibri"/>
                <a:ea typeface="Calibri"/>
                <a:cs typeface="Calibri"/>
                <a:sym typeface="Calibri"/>
              </a:defRPr>
            </a:lvl1pPr>
            <a:lvl2pPr indent="0" lvl="1" marL="0" algn="r">
              <a:spcBef>
                <a:spcPts val="0"/>
              </a:spcBef>
              <a:buNone/>
              <a:defRPr sz="1400">
                <a:solidFill>
                  <a:schemeClr val="dk2"/>
                </a:solidFill>
                <a:latin typeface="Calibri"/>
                <a:ea typeface="Calibri"/>
                <a:cs typeface="Calibri"/>
                <a:sym typeface="Calibri"/>
              </a:defRPr>
            </a:lvl2pPr>
            <a:lvl3pPr indent="0" lvl="2" marL="0" algn="r">
              <a:spcBef>
                <a:spcPts val="0"/>
              </a:spcBef>
              <a:buNone/>
              <a:defRPr sz="1400">
                <a:solidFill>
                  <a:schemeClr val="dk2"/>
                </a:solidFill>
                <a:latin typeface="Calibri"/>
                <a:ea typeface="Calibri"/>
                <a:cs typeface="Calibri"/>
                <a:sym typeface="Calibri"/>
              </a:defRPr>
            </a:lvl3pPr>
            <a:lvl4pPr indent="0" lvl="3" marL="0" algn="r">
              <a:spcBef>
                <a:spcPts val="0"/>
              </a:spcBef>
              <a:buNone/>
              <a:defRPr sz="1400">
                <a:solidFill>
                  <a:schemeClr val="dk2"/>
                </a:solidFill>
                <a:latin typeface="Calibri"/>
                <a:ea typeface="Calibri"/>
                <a:cs typeface="Calibri"/>
                <a:sym typeface="Calibri"/>
              </a:defRPr>
            </a:lvl4pPr>
            <a:lvl5pPr indent="0" lvl="4" marL="0" algn="r">
              <a:spcBef>
                <a:spcPts val="0"/>
              </a:spcBef>
              <a:buNone/>
              <a:defRPr sz="1400">
                <a:solidFill>
                  <a:schemeClr val="dk2"/>
                </a:solidFill>
                <a:latin typeface="Calibri"/>
                <a:ea typeface="Calibri"/>
                <a:cs typeface="Calibri"/>
                <a:sym typeface="Calibri"/>
              </a:defRPr>
            </a:lvl5pPr>
            <a:lvl6pPr indent="0" lvl="5" marL="0" algn="r">
              <a:spcBef>
                <a:spcPts val="0"/>
              </a:spcBef>
              <a:buNone/>
              <a:defRPr sz="1400">
                <a:solidFill>
                  <a:schemeClr val="dk2"/>
                </a:solidFill>
                <a:latin typeface="Calibri"/>
                <a:ea typeface="Calibri"/>
                <a:cs typeface="Calibri"/>
                <a:sym typeface="Calibri"/>
              </a:defRPr>
            </a:lvl6pPr>
            <a:lvl7pPr indent="0" lvl="6" marL="0" algn="r">
              <a:spcBef>
                <a:spcPts val="0"/>
              </a:spcBef>
              <a:buNone/>
              <a:defRPr sz="1400">
                <a:solidFill>
                  <a:schemeClr val="dk2"/>
                </a:solidFill>
                <a:latin typeface="Calibri"/>
                <a:ea typeface="Calibri"/>
                <a:cs typeface="Calibri"/>
                <a:sym typeface="Calibri"/>
              </a:defRPr>
            </a:lvl7pPr>
            <a:lvl8pPr indent="0" lvl="7" marL="0" algn="r">
              <a:spcBef>
                <a:spcPts val="0"/>
              </a:spcBef>
              <a:buNone/>
              <a:defRPr sz="1400">
                <a:solidFill>
                  <a:schemeClr val="dk2"/>
                </a:solidFill>
                <a:latin typeface="Calibri"/>
                <a:ea typeface="Calibri"/>
                <a:cs typeface="Calibri"/>
                <a:sym typeface="Calibri"/>
              </a:defRPr>
            </a:lvl8pPr>
            <a:lvl9pPr indent="0" lvl="8" marL="0" algn="r">
              <a:spcBef>
                <a:spcPts val="0"/>
              </a:spcBef>
              <a:buNone/>
              <a:defRPr sz="1400">
                <a:solidFill>
                  <a:schemeClr val="dk2"/>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showMasterSp="0" type="picTx">
  <p:cSld name="PICTURE_WITH_CAPTION_TEXT">
    <p:spTree>
      <p:nvGrpSpPr>
        <p:cNvPr id="110" name="Shape 110"/>
        <p:cNvGrpSpPr/>
        <p:nvPr/>
      </p:nvGrpSpPr>
      <p:grpSpPr>
        <a:xfrm>
          <a:off x="0" y="0"/>
          <a:ext cx="0" cy="0"/>
          <a:chOff x="0" y="0"/>
          <a:chExt cx="0" cy="0"/>
        </a:xfrm>
      </p:grpSpPr>
      <p:sp>
        <p:nvSpPr>
          <p:cNvPr id="111" name="Google Shape;111;p22"/>
          <p:cNvSpPr/>
          <p:nvPr/>
        </p:nvSpPr>
        <p:spPr>
          <a:xfrm>
            <a:off x="0" y="3714750"/>
            <a:ext cx="9141619" cy="142875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2" name="Google Shape;112;p22"/>
          <p:cNvSpPr/>
          <p:nvPr/>
        </p:nvSpPr>
        <p:spPr>
          <a:xfrm>
            <a:off x="11" y="3686307"/>
            <a:ext cx="9141619" cy="48006"/>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13" name="Google Shape;113;p22"/>
          <p:cNvSpPr txBox="1"/>
          <p:nvPr>
            <p:ph type="title"/>
          </p:nvPr>
        </p:nvSpPr>
        <p:spPr>
          <a:xfrm>
            <a:off x="822960" y="3806190"/>
            <a:ext cx="7585234" cy="617220"/>
          </a:xfrm>
          <a:prstGeom prst="rect">
            <a:avLst/>
          </a:prstGeom>
          <a:noFill/>
          <a:ln>
            <a:noFill/>
          </a:ln>
        </p:spPr>
        <p:txBody>
          <a:bodyPr anchorCtr="0" anchor="b" bIns="0" lIns="68575" spcFirstLastPara="1" rIns="68575" wrap="square" tIns="0">
            <a:noAutofit/>
          </a:bodyPr>
          <a:lstStyle>
            <a:lvl1pPr lvl="0" algn="l">
              <a:lnSpc>
                <a:spcPct val="85000"/>
              </a:lnSpc>
              <a:spcBef>
                <a:spcPts val="0"/>
              </a:spcBef>
              <a:spcAft>
                <a:spcPts val="0"/>
              </a:spcAft>
              <a:buClr>
                <a:srgbClr val="FFFFFF"/>
              </a:buClr>
              <a:buSzPts val="2700"/>
              <a:buFont typeface="Calibri"/>
              <a:buNone/>
              <a:defRPr b="0" sz="2700">
                <a:solidFill>
                  <a:srgbClr val="FFFFFF"/>
                </a:solidFill>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14" name="Google Shape;114;p22"/>
          <p:cNvSpPr/>
          <p:nvPr>
            <p:ph idx="2" type="pic"/>
          </p:nvPr>
        </p:nvSpPr>
        <p:spPr>
          <a:xfrm>
            <a:off x="11" y="0"/>
            <a:ext cx="9143989" cy="3686307"/>
          </a:xfrm>
          <a:prstGeom prst="rect">
            <a:avLst/>
          </a:prstGeom>
          <a:solidFill>
            <a:srgbClr val="D4CAD6"/>
          </a:solidFill>
          <a:ln>
            <a:noFill/>
          </a:ln>
        </p:spPr>
      </p:sp>
      <p:sp>
        <p:nvSpPr>
          <p:cNvPr id="115" name="Google Shape;115;p22"/>
          <p:cNvSpPr txBox="1"/>
          <p:nvPr>
            <p:ph idx="1" type="body"/>
          </p:nvPr>
        </p:nvSpPr>
        <p:spPr>
          <a:xfrm>
            <a:off x="822960" y="4430268"/>
            <a:ext cx="7584948" cy="445770"/>
          </a:xfrm>
          <a:prstGeom prst="rect">
            <a:avLst/>
          </a:prstGeom>
          <a:noFill/>
          <a:ln>
            <a:noFill/>
          </a:ln>
        </p:spPr>
        <p:txBody>
          <a:bodyPr anchorCtr="0" anchor="t" bIns="0" lIns="68575" spcFirstLastPara="1" rIns="68575" wrap="square" tIns="0">
            <a:normAutofit/>
          </a:bodyPr>
          <a:lstStyle>
            <a:lvl1pPr indent="-228600" lvl="0" marL="457200" algn="l">
              <a:lnSpc>
                <a:spcPct val="90000"/>
              </a:lnSpc>
              <a:spcBef>
                <a:spcPts val="0"/>
              </a:spcBef>
              <a:spcAft>
                <a:spcPts val="0"/>
              </a:spcAft>
              <a:buSzPts val="1100"/>
              <a:buNone/>
              <a:defRPr sz="1100">
                <a:solidFill>
                  <a:srgbClr val="FFFFFF"/>
                </a:solidFill>
              </a:defRPr>
            </a:lvl1pPr>
            <a:lvl2pPr indent="-228600" lvl="1" marL="914400" algn="l">
              <a:lnSpc>
                <a:spcPct val="90000"/>
              </a:lnSpc>
              <a:spcBef>
                <a:spcPts val="500"/>
              </a:spcBef>
              <a:spcAft>
                <a:spcPts val="0"/>
              </a:spcAft>
              <a:buSzPts val="900"/>
              <a:buNone/>
              <a:defRPr sz="900"/>
            </a:lvl2pPr>
            <a:lvl3pPr indent="-228600" lvl="2" marL="1371600" algn="l">
              <a:lnSpc>
                <a:spcPct val="90000"/>
              </a:lnSpc>
              <a:spcBef>
                <a:spcPts val="300"/>
              </a:spcBef>
              <a:spcAft>
                <a:spcPts val="0"/>
              </a:spcAft>
              <a:buSzPts val="800"/>
              <a:buNone/>
              <a:defRPr sz="800"/>
            </a:lvl3pPr>
            <a:lvl4pPr indent="-228600" lvl="3" marL="1828800" algn="l">
              <a:lnSpc>
                <a:spcPct val="90000"/>
              </a:lnSpc>
              <a:spcBef>
                <a:spcPts val="300"/>
              </a:spcBef>
              <a:spcAft>
                <a:spcPts val="0"/>
              </a:spcAft>
              <a:buSzPts val="700"/>
              <a:buNone/>
              <a:defRPr sz="700"/>
            </a:lvl4pPr>
            <a:lvl5pPr indent="-228600" lvl="4" marL="2286000" algn="l">
              <a:lnSpc>
                <a:spcPct val="90000"/>
              </a:lnSpc>
              <a:spcBef>
                <a:spcPts val="300"/>
              </a:spcBef>
              <a:spcAft>
                <a:spcPts val="0"/>
              </a:spcAft>
              <a:buSzPts val="700"/>
              <a:buNone/>
              <a:defRPr sz="700"/>
            </a:lvl5pPr>
            <a:lvl6pPr indent="-228600" lvl="5" marL="2743200" algn="l">
              <a:lnSpc>
                <a:spcPct val="90000"/>
              </a:lnSpc>
              <a:spcBef>
                <a:spcPts val="300"/>
              </a:spcBef>
              <a:spcAft>
                <a:spcPts val="0"/>
              </a:spcAft>
              <a:buSzPts val="700"/>
              <a:buNone/>
              <a:defRPr sz="700"/>
            </a:lvl6pPr>
            <a:lvl7pPr indent="-228600" lvl="6" marL="3200400" algn="l">
              <a:lnSpc>
                <a:spcPct val="90000"/>
              </a:lnSpc>
              <a:spcBef>
                <a:spcPts val="300"/>
              </a:spcBef>
              <a:spcAft>
                <a:spcPts val="0"/>
              </a:spcAft>
              <a:buSzPts val="700"/>
              <a:buNone/>
              <a:defRPr sz="700"/>
            </a:lvl7pPr>
            <a:lvl8pPr indent="-228600" lvl="7" marL="3657600" algn="l">
              <a:lnSpc>
                <a:spcPct val="90000"/>
              </a:lnSpc>
              <a:spcBef>
                <a:spcPts val="300"/>
              </a:spcBef>
              <a:spcAft>
                <a:spcPts val="0"/>
              </a:spcAft>
              <a:buSzPts val="700"/>
              <a:buNone/>
              <a:defRPr sz="700"/>
            </a:lvl8pPr>
            <a:lvl9pPr indent="-228600" lvl="8" marL="4114800" algn="l">
              <a:lnSpc>
                <a:spcPct val="90000"/>
              </a:lnSpc>
              <a:spcBef>
                <a:spcPts val="300"/>
              </a:spcBef>
              <a:spcAft>
                <a:spcPts val="300"/>
              </a:spcAft>
              <a:buSzPts val="700"/>
              <a:buNone/>
              <a:defRPr sz="700"/>
            </a:lvl9pPr>
          </a:lstStyle>
          <a:p/>
        </p:txBody>
      </p:sp>
      <p:sp>
        <p:nvSpPr>
          <p:cNvPr id="116" name="Google Shape;116;p22"/>
          <p:cNvSpPr txBox="1"/>
          <p:nvPr>
            <p:ph idx="10" type="dt"/>
          </p:nvPr>
        </p:nvSpPr>
        <p:spPr>
          <a:xfrm>
            <a:off x="822960" y="4844839"/>
            <a:ext cx="1854203" cy="273844"/>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sz="1400">
                <a:solidFill>
                  <a:schemeClr val="dk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17" name="Google Shape;117;p22"/>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118" name="Shape 118"/>
        <p:cNvGrpSpPr/>
        <p:nvPr/>
      </p:nvGrpSpPr>
      <p:grpSpPr>
        <a:xfrm>
          <a:off x="0" y="0"/>
          <a:ext cx="0" cy="0"/>
          <a:chOff x="0" y="0"/>
          <a:chExt cx="0" cy="0"/>
        </a:xfrm>
      </p:grpSpPr>
      <p:sp>
        <p:nvSpPr>
          <p:cNvPr id="119" name="Google Shape;119;p23"/>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0" name="Google Shape;120;p23"/>
          <p:cNvSpPr txBox="1"/>
          <p:nvPr>
            <p:ph idx="1" type="body"/>
          </p:nvPr>
        </p:nvSpPr>
        <p:spPr>
          <a:xfrm rot="5400000">
            <a:off x="2971179" y="-993761"/>
            <a:ext cx="3247363" cy="7543800"/>
          </a:xfrm>
          <a:prstGeom prst="rect">
            <a:avLst/>
          </a:prstGeom>
          <a:noFill/>
          <a:ln>
            <a:noFill/>
          </a:ln>
        </p:spPr>
        <p:txBody>
          <a:bodyPr anchorCtr="0" anchor="t" bIns="0" lIns="34275" spcFirstLastPara="1" rIns="34275" wrap="square" tIns="0">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21" name="Google Shape;121;p23"/>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showMasterSp="0" type="vertTitleAndTx">
  <p:cSld name="VERTICAL_TITLE_AND_VERTICAL_TEXT">
    <p:spTree>
      <p:nvGrpSpPr>
        <p:cNvPr id="122" name="Shape 122"/>
        <p:cNvGrpSpPr/>
        <p:nvPr/>
      </p:nvGrpSpPr>
      <p:grpSpPr>
        <a:xfrm>
          <a:off x="0" y="0"/>
          <a:ext cx="0" cy="0"/>
          <a:chOff x="0" y="0"/>
          <a:chExt cx="0" cy="0"/>
        </a:xfrm>
      </p:grpSpPr>
      <p:sp>
        <p:nvSpPr>
          <p:cNvPr id="123" name="Google Shape;123;p24"/>
          <p:cNvSpPr/>
          <p:nvPr/>
        </p:nvSpPr>
        <p:spPr>
          <a:xfrm>
            <a:off x="2381" y="4800600"/>
            <a:ext cx="9141619" cy="342900"/>
          </a:xfrm>
          <a:prstGeom prst="rect">
            <a:avLst/>
          </a:prstGeom>
          <a:solidFill>
            <a:schemeClr val="accent2"/>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4" name="Google Shape;124;p24"/>
          <p:cNvSpPr/>
          <p:nvPr/>
        </p:nvSpPr>
        <p:spPr>
          <a:xfrm>
            <a:off x="11" y="4750737"/>
            <a:ext cx="9141619" cy="48006"/>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125" name="Google Shape;125;p24"/>
          <p:cNvSpPr txBox="1"/>
          <p:nvPr>
            <p:ph type="title"/>
          </p:nvPr>
        </p:nvSpPr>
        <p:spPr>
          <a:xfrm rot="5400000">
            <a:off x="5369551" y="1483351"/>
            <a:ext cx="4319924" cy="1971675"/>
          </a:xfrm>
          <a:prstGeom prst="rect">
            <a:avLst/>
          </a:prstGeom>
          <a:noFill/>
          <a:ln>
            <a:noFill/>
          </a:ln>
        </p:spPr>
        <p:txBody>
          <a:bodyPr anchorCtr="0" anchor="b" bIns="34275" lIns="68575" spcFirstLastPara="1" rIns="68575" wrap="square" tIns="34275">
            <a:normAutofit/>
          </a:bodyPr>
          <a:lstStyle>
            <a:lvl1pPr lvl="0" algn="l">
              <a:lnSpc>
                <a:spcPct val="85000"/>
              </a:lnSpc>
              <a:spcBef>
                <a:spcPts val="0"/>
              </a:spcBef>
              <a:spcAft>
                <a:spcPts val="0"/>
              </a:spcAft>
              <a:buClr>
                <a:srgbClr val="3F3F3F"/>
              </a:buClr>
              <a:buSzPts val="1400"/>
              <a:buNone/>
              <a:defRPr/>
            </a:lvl1pPr>
            <a:lvl2pPr lvl="1">
              <a:spcBef>
                <a:spcPts val="0"/>
              </a:spcBef>
              <a:spcAft>
                <a:spcPts val="0"/>
              </a:spcAft>
              <a:buSzPts val="1100"/>
              <a:buNone/>
              <a:defRPr/>
            </a:lvl2pPr>
            <a:lvl3pPr lvl="2">
              <a:spcBef>
                <a:spcPts val="0"/>
              </a:spcBef>
              <a:spcAft>
                <a:spcPts val="0"/>
              </a:spcAft>
              <a:buSzPts val="1100"/>
              <a:buNone/>
              <a:defRPr/>
            </a:lvl3pPr>
            <a:lvl4pPr lvl="3">
              <a:spcBef>
                <a:spcPts val="0"/>
              </a:spcBef>
              <a:spcAft>
                <a:spcPts val="0"/>
              </a:spcAft>
              <a:buSzPts val="1100"/>
              <a:buNone/>
              <a:defRPr/>
            </a:lvl4pPr>
            <a:lvl5pPr lvl="4">
              <a:spcBef>
                <a:spcPts val="0"/>
              </a:spcBef>
              <a:spcAft>
                <a:spcPts val="0"/>
              </a:spcAft>
              <a:buSzPts val="1100"/>
              <a:buNone/>
              <a:defRPr/>
            </a:lvl5pPr>
            <a:lvl6pPr lvl="5">
              <a:spcBef>
                <a:spcPts val="0"/>
              </a:spcBef>
              <a:spcAft>
                <a:spcPts val="0"/>
              </a:spcAft>
              <a:buSzPts val="1100"/>
              <a:buNone/>
              <a:defRPr/>
            </a:lvl6pPr>
            <a:lvl7pPr lvl="6">
              <a:spcBef>
                <a:spcPts val="0"/>
              </a:spcBef>
              <a:spcAft>
                <a:spcPts val="0"/>
              </a:spcAft>
              <a:buSzPts val="1100"/>
              <a:buNone/>
              <a:defRPr/>
            </a:lvl7pPr>
            <a:lvl8pPr lvl="7">
              <a:spcBef>
                <a:spcPts val="0"/>
              </a:spcBef>
              <a:spcAft>
                <a:spcPts val="0"/>
              </a:spcAft>
              <a:buSzPts val="1100"/>
              <a:buNone/>
              <a:defRPr/>
            </a:lvl8pPr>
            <a:lvl9pPr lvl="8">
              <a:spcBef>
                <a:spcPts val="0"/>
              </a:spcBef>
              <a:spcAft>
                <a:spcPts val="0"/>
              </a:spcAft>
              <a:buSzPts val="1100"/>
              <a:buNone/>
              <a:defRPr/>
            </a:lvl9pPr>
          </a:lstStyle>
          <a:p/>
        </p:txBody>
      </p:sp>
      <p:sp>
        <p:nvSpPr>
          <p:cNvPr id="126" name="Google Shape;126;p24"/>
          <p:cNvSpPr txBox="1"/>
          <p:nvPr>
            <p:ph idx="1" type="body"/>
          </p:nvPr>
        </p:nvSpPr>
        <p:spPr>
          <a:xfrm rot="5400000">
            <a:off x="1369051" y="-431174"/>
            <a:ext cx="4319924" cy="5800725"/>
          </a:xfrm>
          <a:prstGeom prst="rect">
            <a:avLst/>
          </a:prstGeom>
          <a:noFill/>
          <a:ln>
            <a:noFill/>
          </a:ln>
        </p:spPr>
        <p:txBody>
          <a:bodyPr anchorCtr="0" anchor="t" bIns="0" lIns="34275" spcFirstLastPara="1" rIns="34275" wrap="square" tIns="0">
            <a:normAutofit/>
          </a:bodyPr>
          <a:lstStyle>
            <a:lvl1pPr indent="-317500" lvl="0" marL="457200" algn="l">
              <a:lnSpc>
                <a:spcPct val="90000"/>
              </a:lnSpc>
              <a:spcBef>
                <a:spcPts val="900"/>
              </a:spcBef>
              <a:spcAft>
                <a:spcPts val="0"/>
              </a:spcAft>
              <a:buSzPts val="1400"/>
              <a:buChar char=" "/>
              <a:defRPr/>
            </a:lvl1pPr>
            <a:lvl2pPr indent="-317500" lvl="1" marL="914400" algn="l">
              <a:lnSpc>
                <a:spcPct val="90000"/>
              </a:lnSpc>
              <a:spcBef>
                <a:spcPts val="200"/>
              </a:spcBef>
              <a:spcAft>
                <a:spcPts val="0"/>
              </a:spcAft>
              <a:buSzPts val="1400"/>
              <a:buChar char="◦"/>
              <a:defRPr/>
            </a:lvl2pPr>
            <a:lvl3pPr indent="-317500" lvl="2" marL="1371600" algn="l">
              <a:lnSpc>
                <a:spcPct val="90000"/>
              </a:lnSpc>
              <a:spcBef>
                <a:spcPts val="300"/>
              </a:spcBef>
              <a:spcAft>
                <a:spcPts val="0"/>
              </a:spcAft>
              <a:buSzPts val="1400"/>
              <a:buChar char="◦"/>
              <a:defRPr/>
            </a:lvl3pPr>
            <a:lvl4pPr indent="-317500" lvl="3" marL="1828800" algn="l">
              <a:lnSpc>
                <a:spcPct val="90000"/>
              </a:lnSpc>
              <a:spcBef>
                <a:spcPts val="300"/>
              </a:spcBef>
              <a:spcAft>
                <a:spcPts val="0"/>
              </a:spcAft>
              <a:buSzPts val="1400"/>
              <a:buChar char="◦"/>
              <a:defRPr/>
            </a:lvl4pPr>
            <a:lvl5pPr indent="-317500" lvl="4" marL="2286000" algn="l">
              <a:lnSpc>
                <a:spcPct val="90000"/>
              </a:lnSpc>
              <a:spcBef>
                <a:spcPts val="300"/>
              </a:spcBef>
              <a:spcAft>
                <a:spcPts val="0"/>
              </a:spcAft>
              <a:buSzPts val="1400"/>
              <a:buChar char="◦"/>
              <a:defRPr/>
            </a:lvl5pPr>
            <a:lvl6pPr indent="-317500" lvl="5" marL="2743200" algn="l">
              <a:lnSpc>
                <a:spcPct val="90000"/>
              </a:lnSpc>
              <a:spcBef>
                <a:spcPts val="300"/>
              </a:spcBef>
              <a:spcAft>
                <a:spcPts val="0"/>
              </a:spcAft>
              <a:buSzPts val="1400"/>
              <a:buChar char="◦"/>
              <a:defRPr/>
            </a:lvl6pPr>
            <a:lvl7pPr indent="-317500" lvl="6" marL="3200400" algn="l">
              <a:lnSpc>
                <a:spcPct val="90000"/>
              </a:lnSpc>
              <a:spcBef>
                <a:spcPts val="300"/>
              </a:spcBef>
              <a:spcAft>
                <a:spcPts val="0"/>
              </a:spcAft>
              <a:buSzPts val="1400"/>
              <a:buChar char="◦"/>
              <a:defRPr/>
            </a:lvl7pPr>
            <a:lvl8pPr indent="-317500" lvl="7" marL="3657600" algn="l">
              <a:lnSpc>
                <a:spcPct val="90000"/>
              </a:lnSpc>
              <a:spcBef>
                <a:spcPts val="300"/>
              </a:spcBef>
              <a:spcAft>
                <a:spcPts val="0"/>
              </a:spcAft>
              <a:buSzPts val="1400"/>
              <a:buChar char="◦"/>
              <a:defRPr/>
            </a:lvl8pPr>
            <a:lvl9pPr indent="-317500" lvl="8" marL="4114800" algn="l">
              <a:lnSpc>
                <a:spcPct val="90000"/>
              </a:lnSpc>
              <a:spcBef>
                <a:spcPts val="300"/>
              </a:spcBef>
              <a:spcAft>
                <a:spcPts val="300"/>
              </a:spcAft>
              <a:buSzPts val="1400"/>
              <a:buChar char="◦"/>
              <a:defRPr/>
            </a:lvl9pPr>
          </a:lstStyle>
          <a:p/>
        </p:txBody>
      </p:sp>
      <p:sp>
        <p:nvSpPr>
          <p:cNvPr id="127" name="Google Shape;127;p24"/>
          <p:cNvSpPr txBox="1"/>
          <p:nvPr>
            <p:ph idx="10" type="dt"/>
          </p:nvPr>
        </p:nvSpPr>
        <p:spPr>
          <a:xfrm>
            <a:off x="822960" y="4844839"/>
            <a:ext cx="1854203" cy="273844"/>
          </a:xfrm>
          <a:prstGeom prst="rect">
            <a:avLst/>
          </a:prstGeom>
          <a:noFill/>
          <a:ln>
            <a:noFill/>
          </a:ln>
        </p:spPr>
        <p:txBody>
          <a:bodyPr anchorCtr="0" anchor="t" bIns="34275" lIns="68575" spcFirstLastPara="1" rIns="68575" wrap="square" tIns="34275">
            <a:noAutofit/>
          </a:bodyPr>
          <a:lstStyle>
            <a:lvl1pPr lvl="0" marR="0" rtl="0" algn="l">
              <a:spcBef>
                <a:spcPts val="0"/>
              </a:spcBef>
              <a:spcAft>
                <a:spcPts val="0"/>
              </a:spcAft>
              <a:buSzPts val="1100"/>
              <a:buNone/>
              <a:defRPr sz="1400">
                <a:solidFill>
                  <a:schemeClr val="dk1"/>
                </a:solidFill>
                <a:latin typeface="Calibri"/>
                <a:ea typeface="Calibri"/>
                <a:cs typeface="Calibri"/>
                <a:sym typeface="Calibri"/>
              </a:defRPr>
            </a:lvl1pPr>
            <a:lvl2pPr lvl="1"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2pPr>
            <a:lvl3pPr lvl="2"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3pPr>
            <a:lvl4pPr lvl="3"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4pPr>
            <a:lvl5pPr lvl="4"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5pPr>
            <a:lvl6pPr lvl="5"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6pPr>
            <a:lvl7pPr lvl="6"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7pPr>
            <a:lvl8pPr lvl="7"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8pPr>
            <a:lvl9pPr lvl="8" marR="0" rtl="0" algn="l">
              <a:spcBef>
                <a:spcPts val="0"/>
              </a:spcBef>
              <a:spcAft>
                <a:spcPts val="0"/>
              </a:spcAft>
              <a:buSzPts val="1100"/>
              <a:buNone/>
              <a:defRPr b="0" i="0" sz="1400" u="none" cap="none" strike="noStrike">
                <a:solidFill>
                  <a:schemeClr val="dk1"/>
                </a:solidFill>
                <a:latin typeface="Calibri"/>
                <a:ea typeface="Calibri"/>
                <a:cs typeface="Calibri"/>
                <a:sym typeface="Calibri"/>
              </a:defRPr>
            </a:lvl9pPr>
          </a:lstStyle>
          <a:p/>
        </p:txBody>
      </p:sp>
      <p:sp>
        <p:nvSpPr>
          <p:cNvPr id="128" name="Google Shape;128;p24"/>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0.xml"/><Relationship Id="rId10" Type="http://schemas.openxmlformats.org/officeDocument/2006/relationships/slideLayout" Target="../slideLayouts/slideLayout19.xml"/><Relationship Id="rId13" Type="http://schemas.openxmlformats.org/officeDocument/2006/relationships/slideLayout" Target="../slideLayouts/slideLayout22.xml"/><Relationship Id="rId12" Type="http://schemas.openxmlformats.org/officeDocument/2006/relationships/slideLayout" Target="../slideLayouts/slideLayout21.xml"/><Relationship Id="rId1" Type="http://schemas.openxmlformats.org/officeDocument/2006/relationships/image" Target="../media/image23.png"/><Relationship Id="rId2" Type="http://schemas.openxmlformats.org/officeDocument/2006/relationships/image" Target="../media/image2.png"/><Relationship Id="rId3" Type="http://schemas.openxmlformats.org/officeDocument/2006/relationships/slideLayout" Target="../slideLayouts/slideLayout12.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theme" Target="../theme/theme3.xml"/><Relationship Id="rId5" Type="http://schemas.openxmlformats.org/officeDocument/2006/relationships/slideLayout" Target="../slideLayouts/slideLayout14.xml"/><Relationship Id="rId6" Type="http://schemas.openxmlformats.org/officeDocument/2006/relationships/slideLayout" Target="../slideLayouts/slideLayout15.xml"/><Relationship Id="rId7" Type="http://schemas.openxmlformats.org/officeDocument/2006/relationships/slideLayout" Target="../slideLayouts/slideLayout16.xml"/><Relationship Id="rId8" Type="http://schemas.openxmlformats.org/officeDocument/2006/relationships/slideLayout" Target="../slideLayouts/slideLayout1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zh-C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0" name="Shape 50"/>
        <p:cNvGrpSpPr/>
        <p:nvPr/>
      </p:nvGrpSpPr>
      <p:grpSpPr>
        <a:xfrm>
          <a:off x="0" y="0"/>
          <a:ext cx="0" cy="0"/>
          <a:chOff x="0" y="0"/>
          <a:chExt cx="0" cy="0"/>
        </a:xfrm>
      </p:grpSpPr>
      <p:sp>
        <p:nvSpPr>
          <p:cNvPr id="51" name="Google Shape;51;p13"/>
          <p:cNvSpPr/>
          <p:nvPr/>
        </p:nvSpPr>
        <p:spPr>
          <a:xfrm>
            <a:off x="0" y="4620497"/>
            <a:ext cx="9144000" cy="523003"/>
          </a:xfrm>
          <a:prstGeom prst="rect">
            <a:avLst/>
          </a:prstGeom>
          <a:solidFill>
            <a:srgbClr val="57068C"/>
          </a:solidFill>
          <a:ln>
            <a:noFill/>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
        <p:nvSpPr>
          <p:cNvPr id="52" name="Google Shape;52;p13"/>
          <p:cNvSpPr/>
          <p:nvPr/>
        </p:nvSpPr>
        <p:spPr>
          <a:xfrm>
            <a:off x="11" y="4570634"/>
            <a:ext cx="9143989" cy="49863"/>
          </a:xfrm>
          <a:prstGeom prst="rect">
            <a:avLst/>
          </a:prstGeom>
          <a:solidFill>
            <a:schemeClr val="accent1"/>
          </a:solidFill>
          <a:ln>
            <a:noFill/>
          </a:ln>
        </p:spPr>
        <p:txBody>
          <a:bodyPr anchorCtr="0" anchor="ctr" bIns="68575" lIns="68575" spcFirstLastPara="1" rIns="68575" wrap="square" tIns="68575">
            <a:noAutofit/>
          </a:bodyPr>
          <a:lstStyle/>
          <a:p>
            <a:pPr indent="0" lvl="0" marL="0" rtl="0" algn="l">
              <a:spcBef>
                <a:spcPts val="0"/>
              </a:spcBef>
              <a:spcAft>
                <a:spcPts val="0"/>
              </a:spcAft>
              <a:buNone/>
            </a:pPr>
            <a:r>
              <a:t/>
            </a:r>
            <a:endParaRPr/>
          </a:p>
        </p:txBody>
      </p:sp>
      <p:sp>
        <p:nvSpPr>
          <p:cNvPr id="53" name="Google Shape;53;p13"/>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lvl1pPr lvl="0" marR="0" rtl="0" algn="l">
              <a:lnSpc>
                <a:spcPct val="85000"/>
              </a:lnSpc>
              <a:spcBef>
                <a:spcPts val="0"/>
              </a:spcBef>
              <a:spcAft>
                <a:spcPts val="0"/>
              </a:spcAft>
              <a:buClr>
                <a:srgbClr val="3F3F3F"/>
              </a:buClr>
              <a:buSzPts val="3600"/>
              <a:buFont typeface="Calibri"/>
              <a:buNone/>
              <a:defRPr b="0" i="0" sz="3600" u="none" cap="none" strike="noStrike">
                <a:solidFill>
                  <a:srgbClr val="3F3F3F"/>
                </a:solidFill>
                <a:latin typeface="Calibri"/>
                <a:ea typeface="Calibri"/>
                <a:cs typeface="Calibri"/>
                <a:sym typeface="Calibri"/>
              </a:defRPr>
            </a:lvl1pPr>
            <a:lvl2pPr lvl="1">
              <a:spcBef>
                <a:spcPts val="0"/>
              </a:spcBef>
              <a:spcAft>
                <a:spcPts val="0"/>
              </a:spcAft>
              <a:buSzPts val="1100"/>
              <a:buNone/>
              <a:defRPr sz="1400"/>
            </a:lvl2pPr>
            <a:lvl3pPr lvl="2">
              <a:spcBef>
                <a:spcPts val="0"/>
              </a:spcBef>
              <a:spcAft>
                <a:spcPts val="0"/>
              </a:spcAft>
              <a:buSzPts val="1100"/>
              <a:buNone/>
              <a:defRPr sz="1400"/>
            </a:lvl3pPr>
            <a:lvl4pPr lvl="3">
              <a:spcBef>
                <a:spcPts val="0"/>
              </a:spcBef>
              <a:spcAft>
                <a:spcPts val="0"/>
              </a:spcAft>
              <a:buSzPts val="1100"/>
              <a:buNone/>
              <a:defRPr sz="1400"/>
            </a:lvl4pPr>
            <a:lvl5pPr lvl="4">
              <a:spcBef>
                <a:spcPts val="0"/>
              </a:spcBef>
              <a:spcAft>
                <a:spcPts val="0"/>
              </a:spcAft>
              <a:buSzPts val="1100"/>
              <a:buNone/>
              <a:defRPr sz="1400"/>
            </a:lvl5pPr>
            <a:lvl6pPr lvl="5">
              <a:spcBef>
                <a:spcPts val="0"/>
              </a:spcBef>
              <a:spcAft>
                <a:spcPts val="0"/>
              </a:spcAft>
              <a:buSzPts val="1100"/>
              <a:buNone/>
              <a:defRPr sz="1400"/>
            </a:lvl6pPr>
            <a:lvl7pPr lvl="6">
              <a:spcBef>
                <a:spcPts val="0"/>
              </a:spcBef>
              <a:spcAft>
                <a:spcPts val="0"/>
              </a:spcAft>
              <a:buSzPts val="1100"/>
              <a:buNone/>
              <a:defRPr sz="1400"/>
            </a:lvl7pPr>
            <a:lvl8pPr lvl="7">
              <a:spcBef>
                <a:spcPts val="0"/>
              </a:spcBef>
              <a:spcAft>
                <a:spcPts val="0"/>
              </a:spcAft>
              <a:buSzPts val="1100"/>
              <a:buNone/>
              <a:defRPr sz="1400"/>
            </a:lvl8pPr>
            <a:lvl9pPr lvl="8">
              <a:spcBef>
                <a:spcPts val="0"/>
              </a:spcBef>
              <a:spcAft>
                <a:spcPts val="0"/>
              </a:spcAft>
              <a:buSzPts val="1100"/>
              <a:buNone/>
              <a:defRPr sz="1400"/>
            </a:lvl9pPr>
          </a:lstStyle>
          <a:p/>
        </p:txBody>
      </p:sp>
      <p:sp>
        <p:nvSpPr>
          <p:cNvPr id="54" name="Google Shape;54;p13"/>
          <p:cNvSpPr txBox="1"/>
          <p:nvPr>
            <p:ph idx="1" type="body"/>
          </p:nvPr>
        </p:nvSpPr>
        <p:spPr>
          <a:xfrm>
            <a:off x="822960" y="1154458"/>
            <a:ext cx="7543800" cy="3247363"/>
          </a:xfrm>
          <a:prstGeom prst="rect">
            <a:avLst/>
          </a:prstGeom>
          <a:noFill/>
          <a:ln>
            <a:noFill/>
          </a:ln>
        </p:spPr>
        <p:txBody>
          <a:bodyPr anchorCtr="0" anchor="t" bIns="34275" lIns="0" spcFirstLastPara="1" rIns="0" wrap="square" tIns="34275">
            <a:normAutofit/>
          </a:bodyPr>
          <a:lstStyle>
            <a:lvl1pPr indent="-323850" lvl="0" marL="457200" marR="0" rtl="0" algn="l">
              <a:lnSpc>
                <a:spcPct val="90000"/>
              </a:lnSpc>
              <a:spcBef>
                <a:spcPts val="900"/>
              </a:spcBef>
              <a:spcAft>
                <a:spcPts val="0"/>
              </a:spcAft>
              <a:buClr>
                <a:schemeClr val="accent1"/>
              </a:buClr>
              <a:buSzPts val="1500"/>
              <a:buFont typeface="Calibri"/>
              <a:buChar char=" "/>
              <a:defRPr b="0" i="0" sz="1500" u="none" cap="none" strike="noStrike">
                <a:solidFill>
                  <a:srgbClr val="3F3F3F"/>
                </a:solidFill>
                <a:latin typeface="Calibri"/>
                <a:ea typeface="Calibri"/>
                <a:cs typeface="Calibri"/>
                <a:sym typeface="Calibri"/>
              </a:defRPr>
            </a:lvl1pPr>
            <a:lvl2pPr indent="-317500" lvl="1" marL="914400" marR="0" rtl="0" algn="l">
              <a:lnSpc>
                <a:spcPct val="90000"/>
              </a:lnSpc>
              <a:spcBef>
                <a:spcPts val="200"/>
              </a:spcBef>
              <a:spcAft>
                <a:spcPts val="0"/>
              </a:spcAft>
              <a:buClr>
                <a:schemeClr val="accent1"/>
              </a:buClr>
              <a:buSzPts val="1400"/>
              <a:buFont typeface="Calibri"/>
              <a:buChar char="◦"/>
              <a:defRPr b="0" i="0" sz="1400" u="none" cap="none" strike="noStrike">
                <a:solidFill>
                  <a:srgbClr val="3F3F3F"/>
                </a:solidFill>
                <a:latin typeface="Calibri"/>
                <a:ea typeface="Calibri"/>
                <a:cs typeface="Calibri"/>
                <a:sym typeface="Calibri"/>
              </a:defRPr>
            </a:lvl2pPr>
            <a:lvl3pPr indent="-298450" lvl="2" marL="1371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3pPr>
            <a:lvl4pPr indent="-298450" lvl="3" marL="18288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4pPr>
            <a:lvl5pPr indent="-298450" lvl="4" marL="22860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5pPr>
            <a:lvl6pPr indent="-298450" lvl="5" marL="27432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6pPr>
            <a:lvl7pPr indent="-298450" lvl="6" marL="32004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7pPr>
            <a:lvl8pPr indent="-298450" lvl="7" marL="3657600" marR="0" rtl="0" algn="l">
              <a:lnSpc>
                <a:spcPct val="90000"/>
              </a:lnSpc>
              <a:spcBef>
                <a:spcPts val="300"/>
              </a:spcBef>
              <a:spcAft>
                <a:spcPts val="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8pPr>
            <a:lvl9pPr indent="-298450" lvl="8" marL="4114800" marR="0" rtl="0" algn="l">
              <a:lnSpc>
                <a:spcPct val="90000"/>
              </a:lnSpc>
              <a:spcBef>
                <a:spcPts val="300"/>
              </a:spcBef>
              <a:spcAft>
                <a:spcPts val="300"/>
              </a:spcAft>
              <a:buClr>
                <a:schemeClr val="accent1"/>
              </a:buClr>
              <a:buSzPts val="1100"/>
              <a:buFont typeface="Calibri"/>
              <a:buChar char="◦"/>
              <a:defRPr b="0" i="0" sz="1100" u="none" cap="none" strike="noStrike">
                <a:solidFill>
                  <a:srgbClr val="3F3F3F"/>
                </a:solidFill>
                <a:latin typeface="Calibri"/>
                <a:ea typeface="Calibri"/>
                <a:cs typeface="Calibri"/>
                <a:sym typeface="Calibri"/>
              </a:defRPr>
            </a:lvl9pPr>
          </a:lstStyle>
          <a:p/>
        </p:txBody>
      </p:sp>
      <p:sp>
        <p:nvSpPr>
          <p:cNvPr id="55" name="Google Shape;55;p13"/>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lvl1pPr indent="0" lvl="0" marL="0" marR="0" rtl="0" algn="r">
              <a:spcBef>
                <a:spcPts val="0"/>
              </a:spcBef>
              <a:buNone/>
              <a:defRPr b="0" i="0" sz="1400" u="none" cap="none" strike="noStrike">
                <a:solidFill>
                  <a:srgbClr val="FFFFFF"/>
                </a:solidFill>
                <a:latin typeface="Calibri"/>
                <a:ea typeface="Calibri"/>
                <a:cs typeface="Calibri"/>
                <a:sym typeface="Calibri"/>
              </a:defRPr>
            </a:lvl1pPr>
            <a:lvl2pPr indent="0" lvl="1" marL="0" marR="0" rtl="0" algn="r">
              <a:spcBef>
                <a:spcPts val="0"/>
              </a:spcBef>
              <a:buNone/>
              <a:defRPr b="0" i="0" sz="1400" u="none" cap="none" strike="noStrike">
                <a:solidFill>
                  <a:srgbClr val="FFFFFF"/>
                </a:solidFill>
                <a:latin typeface="Calibri"/>
                <a:ea typeface="Calibri"/>
                <a:cs typeface="Calibri"/>
                <a:sym typeface="Calibri"/>
              </a:defRPr>
            </a:lvl2pPr>
            <a:lvl3pPr indent="0" lvl="2" marL="0" marR="0" rtl="0" algn="r">
              <a:spcBef>
                <a:spcPts val="0"/>
              </a:spcBef>
              <a:buNone/>
              <a:defRPr b="0" i="0" sz="1400" u="none" cap="none" strike="noStrike">
                <a:solidFill>
                  <a:srgbClr val="FFFFFF"/>
                </a:solidFill>
                <a:latin typeface="Calibri"/>
                <a:ea typeface="Calibri"/>
                <a:cs typeface="Calibri"/>
                <a:sym typeface="Calibri"/>
              </a:defRPr>
            </a:lvl3pPr>
            <a:lvl4pPr indent="0" lvl="3" marL="0" marR="0" rtl="0" algn="r">
              <a:spcBef>
                <a:spcPts val="0"/>
              </a:spcBef>
              <a:buNone/>
              <a:defRPr b="0" i="0" sz="1400" u="none" cap="none" strike="noStrike">
                <a:solidFill>
                  <a:srgbClr val="FFFFFF"/>
                </a:solidFill>
                <a:latin typeface="Calibri"/>
                <a:ea typeface="Calibri"/>
                <a:cs typeface="Calibri"/>
                <a:sym typeface="Calibri"/>
              </a:defRPr>
            </a:lvl4pPr>
            <a:lvl5pPr indent="0" lvl="4" marL="0" marR="0" rtl="0" algn="r">
              <a:spcBef>
                <a:spcPts val="0"/>
              </a:spcBef>
              <a:buNone/>
              <a:defRPr b="0" i="0" sz="1400" u="none" cap="none" strike="noStrike">
                <a:solidFill>
                  <a:srgbClr val="FFFFFF"/>
                </a:solidFill>
                <a:latin typeface="Calibri"/>
                <a:ea typeface="Calibri"/>
                <a:cs typeface="Calibri"/>
                <a:sym typeface="Calibri"/>
              </a:defRPr>
            </a:lvl5pPr>
            <a:lvl6pPr indent="0" lvl="5" marL="0" marR="0" rtl="0" algn="r">
              <a:spcBef>
                <a:spcPts val="0"/>
              </a:spcBef>
              <a:buNone/>
              <a:defRPr b="0" i="0" sz="1400" u="none" cap="none" strike="noStrike">
                <a:solidFill>
                  <a:srgbClr val="FFFFFF"/>
                </a:solidFill>
                <a:latin typeface="Calibri"/>
                <a:ea typeface="Calibri"/>
                <a:cs typeface="Calibri"/>
                <a:sym typeface="Calibri"/>
              </a:defRPr>
            </a:lvl6pPr>
            <a:lvl7pPr indent="0" lvl="6" marL="0" marR="0" rtl="0" algn="r">
              <a:spcBef>
                <a:spcPts val="0"/>
              </a:spcBef>
              <a:buNone/>
              <a:defRPr b="0" i="0" sz="1400" u="none" cap="none" strike="noStrike">
                <a:solidFill>
                  <a:srgbClr val="FFFFFF"/>
                </a:solidFill>
                <a:latin typeface="Calibri"/>
                <a:ea typeface="Calibri"/>
                <a:cs typeface="Calibri"/>
                <a:sym typeface="Calibri"/>
              </a:defRPr>
            </a:lvl7pPr>
            <a:lvl8pPr indent="0" lvl="7" marL="0" marR="0" rtl="0" algn="r">
              <a:spcBef>
                <a:spcPts val="0"/>
              </a:spcBef>
              <a:buNone/>
              <a:defRPr b="0" i="0" sz="1400" u="none" cap="none" strike="noStrike">
                <a:solidFill>
                  <a:srgbClr val="FFFFFF"/>
                </a:solidFill>
                <a:latin typeface="Calibri"/>
                <a:ea typeface="Calibri"/>
                <a:cs typeface="Calibri"/>
                <a:sym typeface="Calibri"/>
              </a:defRPr>
            </a:lvl8pPr>
            <a:lvl9pPr indent="0" lvl="8" marL="0" marR="0" rtl="0" algn="r">
              <a:spcBef>
                <a:spcPts val="0"/>
              </a:spcBef>
              <a:buNone/>
              <a:defRPr b="0" i="0" sz="1400" u="none" cap="none" strike="noStrike">
                <a:solidFill>
                  <a:srgbClr val="FFFFFF"/>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zh-CN"/>
              <a:t>‹#›</a:t>
            </a:fld>
            <a:endParaRPr/>
          </a:p>
        </p:txBody>
      </p:sp>
      <p:cxnSp>
        <p:nvCxnSpPr>
          <p:cNvPr id="56" name="Google Shape;56;p13"/>
          <p:cNvCxnSpPr/>
          <p:nvPr/>
        </p:nvCxnSpPr>
        <p:spPr>
          <a:xfrm>
            <a:off x="822960" y="1074784"/>
            <a:ext cx="7475220" cy="0"/>
          </a:xfrm>
          <a:prstGeom prst="straightConnector1">
            <a:avLst/>
          </a:prstGeom>
          <a:noFill/>
          <a:ln cap="flat" cmpd="sng" w="9525">
            <a:solidFill>
              <a:srgbClr val="7F7F7F"/>
            </a:solidFill>
            <a:prstDash val="solid"/>
            <a:round/>
            <a:headEnd len="sm" w="sm" type="none"/>
            <a:tailEnd len="sm" w="sm" type="none"/>
          </a:ln>
        </p:spPr>
      </p:cxnSp>
      <p:pic>
        <p:nvPicPr>
          <p:cNvPr id="57" name="Google Shape;57;p13"/>
          <p:cNvPicPr preferRelativeResize="0"/>
          <p:nvPr/>
        </p:nvPicPr>
        <p:blipFill rotWithShape="1">
          <a:blip r:embed="rId1">
            <a:alphaModFix/>
          </a:blip>
          <a:srcRect b="0" l="0" r="0" t="0"/>
          <a:stretch/>
        </p:blipFill>
        <p:spPr>
          <a:xfrm>
            <a:off x="93230" y="4730549"/>
            <a:ext cx="1584919" cy="251212"/>
          </a:xfrm>
          <a:prstGeom prst="rect">
            <a:avLst/>
          </a:prstGeom>
          <a:noFill/>
          <a:ln>
            <a:noFill/>
          </a:ln>
        </p:spPr>
      </p:pic>
      <p:pic>
        <p:nvPicPr>
          <p:cNvPr descr="final-logo-3.eps" id="58" name="Google Shape;58;p13"/>
          <p:cNvPicPr preferRelativeResize="0"/>
          <p:nvPr/>
        </p:nvPicPr>
        <p:blipFill rotWithShape="1">
          <a:blip r:embed="rId2">
            <a:alphaModFix/>
          </a:blip>
          <a:srcRect b="0" l="0" r="0" t="0"/>
          <a:stretch/>
        </p:blipFill>
        <p:spPr>
          <a:xfrm>
            <a:off x="8221436" y="4703018"/>
            <a:ext cx="838036" cy="613053"/>
          </a:xfrm>
          <a:prstGeom prst="rect">
            <a:avLst/>
          </a:prstGeom>
          <a:noFill/>
          <a:ln>
            <a:noFill/>
          </a:ln>
        </p:spPr>
      </p:pic>
    </p:spTree>
  </p:cSld>
  <p:clrMap accent1="accent1" accent2="accent2" accent3="accent3" accent4="accent4" accent5="accent5" accent6="accent6" bg1="lt1" bg2="dk2" tx1="dk1" tx2="lt2" folHlink="folHlink" hlink="hlink"/>
  <p:sldLayoutIdLst>
    <p:sldLayoutId id="2147483659" r:id="rId3"/>
    <p:sldLayoutId id="2147483660" r:id="rId4"/>
    <p:sldLayoutId id="2147483661" r:id="rId5"/>
    <p:sldLayoutId id="2147483662" r:id="rId6"/>
    <p:sldLayoutId id="2147483663" r:id="rId7"/>
    <p:sldLayoutId id="2147483664" r:id="rId8"/>
    <p:sldLayoutId id="2147483665" r:id="rId9"/>
    <p:sldLayoutId id="2147483666" r:id="rId10"/>
    <p:sldLayoutId id="2147483667" r:id="rId11"/>
    <p:sldLayoutId id="2147483668" r:id="rId12"/>
    <p:sldLayoutId id="2147483669" r:id="rId13"/>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Relationship Id="rId3"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4.xml"/><Relationship Id="rId3" Type="http://schemas.openxmlformats.org/officeDocument/2006/relationships/image" Target="../media/image8.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1.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Relationship Id="rId3" Type="http://schemas.openxmlformats.org/officeDocument/2006/relationships/image" Target="../media/image16.png"/><Relationship Id="rId4" Type="http://schemas.openxmlformats.org/officeDocument/2006/relationships/image" Target="../media/image7.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8.xml"/><Relationship Id="rId3" Type="http://schemas.openxmlformats.org/officeDocument/2006/relationships/image" Target="../media/image6.png"/><Relationship Id="rId4"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9.xml"/><Relationship Id="rId3" Type="http://schemas.openxmlformats.org/officeDocument/2006/relationships/image" Target="../media/image14.png"/><Relationship Id="rId4" Type="http://schemas.openxmlformats.org/officeDocument/2006/relationships/image" Target="../media/image1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0.xml"/><Relationship Id="rId3" Type="http://schemas.openxmlformats.org/officeDocument/2006/relationships/image" Target="../media/image2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1.xml"/><Relationship Id="rId3"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2.xml"/><Relationship Id="rId3" Type="http://schemas.openxmlformats.org/officeDocument/2006/relationships/image" Target="../media/image19.png"/><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3.xml"/><Relationship Id="rId3" Type="http://schemas.openxmlformats.org/officeDocument/2006/relationships/image" Target="../media/image15.png"/><Relationship Id="rId4" Type="http://schemas.openxmlformats.org/officeDocument/2006/relationships/image" Target="../media/image20.png"/><Relationship Id="rId5" Type="http://schemas.openxmlformats.org/officeDocument/2006/relationships/image" Target="../media/image18.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4.xml"/><Relationship Id="rId3" Type="http://schemas.openxmlformats.org/officeDocument/2006/relationships/image" Target="../media/image22.png"/><Relationship Id="rId4" Type="http://schemas.openxmlformats.org/officeDocument/2006/relationships/image" Target="../media/image13.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25"/>
          <p:cNvSpPr txBox="1"/>
          <p:nvPr>
            <p:ph type="ctrTitle"/>
          </p:nvPr>
        </p:nvSpPr>
        <p:spPr>
          <a:xfrm>
            <a:off x="822960" y="569214"/>
            <a:ext cx="7543800" cy="2674620"/>
          </a:xfrm>
          <a:prstGeom prst="rect">
            <a:avLst/>
          </a:prstGeom>
          <a:noFill/>
          <a:ln>
            <a:noFill/>
          </a:ln>
        </p:spPr>
        <p:txBody>
          <a:bodyPr anchorCtr="0" anchor="b" bIns="34275" lIns="68575" spcFirstLastPara="1" rIns="68575" wrap="square" tIns="34275">
            <a:normAutofit fontScale="90000"/>
          </a:bodyPr>
          <a:lstStyle/>
          <a:p>
            <a:pPr indent="0" lvl="0" marL="0" rtl="0" algn="l">
              <a:lnSpc>
                <a:spcPct val="85000"/>
              </a:lnSpc>
              <a:spcBef>
                <a:spcPts val="0"/>
              </a:spcBef>
              <a:spcAft>
                <a:spcPts val="0"/>
              </a:spcAft>
              <a:buClr>
                <a:srgbClr val="262626"/>
              </a:buClr>
              <a:buSzPct val="100000"/>
              <a:buFont typeface="Calibri"/>
              <a:buNone/>
            </a:pPr>
            <a:br>
              <a:rPr lang="zh-CN" sz="5000">
                <a:solidFill>
                  <a:srgbClr val="262626"/>
                </a:solidFill>
                <a:latin typeface="Calibri"/>
                <a:ea typeface="Calibri"/>
                <a:cs typeface="Calibri"/>
                <a:sym typeface="Calibri"/>
              </a:rPr>
            </a:br>
            <a:r>
              <a:rPr lang="zh-CN" sz="5000">
                <a:solidFill>
                  <a:srgbClr val="262626"/>
                </a:solidFill>
                <a:latin typeface="Calibri"/>
                <a:ea typeface="Calibri"/>
                <a:cs typeface="Calibri"/>
                <a:sym typeface="Calibri"/>
              </a:rPr>
              <a:t>Machine Learning Approaches for Network Intrusion Detection: A Comparative Study</a:t>
            </a:r>
            <a:endParaRPr sz="5000"/>
          </a:p>
        </p:txBody>
      </p:sp>
      <p:sp>
        <p:nvSpPr>
          <p:cNvPr id="134" name="Google Shape;134;p25"/>
          <p:cNvSpPr txBox="1"/>
          <p:nvPr>
            <p:ph idx="1" type="subTitle"/>
          </p:nvPr>
        </p:nvSpPr>
        <p:spPr>
          <a:xfrm>
            <a:off x="825038" y="3341716"/>
            <a:ext cx="7543800" cy="857250"/>
          </a:xfrm>
          <a:prstGeom prst="rect">
            <a:avLst/>
          </a:prstGeom>
          <a:noFill/>
          <a:ln>
            <a:noFill/>
          </a:ln>
        </p:spPr>
        <p:txBody>
          <a:bodyPr anchorCtr="0" anchor="t" bIns="34275" lIns="68575" spcFirstLastPara="1" rIns="68575" wrap="square" tIns="34275">
            <a:normAutofit fontScale="90000"/>
          </a:bodyPr>
          <a:lstStyle/>
          <a:p>
            <a:pPr indent="0" lvl="0" marL="0" marR="0" rtl="0" algn="l">
              <a:lnSpc>
                <a:spcPct val="122083"/>
              </a:lnSpc>
              <a:spcBef>
                <a:spcPts val="0"/>
              </a:spcBef>
              <a:spcAft>
                <a:spcPts val="0"/>
              </a:spcAft>
              <a:buSzPct val="100000"/>
              <a:buNone/>
            </a:pPr>
            <a:r>
              <a:rPr lang="zh-CN">
                <a:solidFill>
                  <a:srgbClr val="632E62"/>
                </a:solidFill>
                <a:latin typeface="Calibri"/>
                <a:ea typeface="Calibri"/>
                <a:cs typeface="Calibri"/>
                <a:sym typeface="Calibri"/>
              </a:rPr>
              <a:t>TEAM:YUNFEI QUAN,PEIFENG YAO,YULONG WANG,ZE XU,SHUBO WANG</a:t>
            </a:r>
            <a:endParaRPr>
              <a:solidFill>
                <a:srgbClr val="632E62"/>
              </a:solidFill>
              <a:latin typeface="Calibri"/>
              <a:ea typeface="Calibri"/>
              <a:cs typeface="Calibri"/>
              <a:sym typeface="Calibri"/>
            </a:endParaRPr>
          </a:p>
          <a:p>
            <a:pPr indent="0" lvl="0" marL="0" marR="0" rtl="0" algn="l">
              <a:lnSpc>
                <a:spcPct val="122083"/>
              </a:lnSpc>
              <a:spcBef>
                <a:spcPts val="800"/>
              </a:spcBef>
              <a:spcAft>
                <a:spcPts val="0"/>
              </a:spcAft>
              <a:buSzPct val="100000"/>
              <a:buNone/>
            </a:pPr>
            <a:r>
              <a:rPr lang="zh-CN">
                <a:solidFill>
                  <a:srgbClr val="632E62"/>
                </a:solidFill>
                <a:latin typeface="Calibri"/>
                <a:ea typeface="Calibri"/>
                <a:cs typeface="Calibri"/>
                <a:sym typeface="Calibri"/>
              </a:rPr>
              <a:t>PROF. SUNDEEP RANGAN</a:t>
            </a:r>
            <a:endParaRPr/>
          </a:p>
        </p:txBody>
      </p:sp>
      <p:sp>
        <p:nvSpPr>
          <p:cNvPr id="135" name="Google Shape;135;p25"/>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6"/>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Outline	</a:t>
            </a:r>
            <a:endParaRPr/>
          </a:p>
        </p:txBody>
      </p:sp>
      <p:sp>
        <p:nvSpPr>
          <p:cNvPr id="141" name="Google Shape;141;p26"/>
          <p:cNvSpPr txBox="1"/>
          <p:nvPr>
            <p:ph idx="1" type="body"/>
          </p:nvPr>
        </p:nvSpPr>
        <p:spPr>
          <a:xfrm>
            <a:off x="822960" y="1154458"/>
            <a:ext cx="7543800" cy="3247363"/>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Font typeface="Noto Sans Symbols"/>
              <a:buChar char="❑"/>
            </a:pPr>
            <a:r>
              <a:rPr lang="zh-CN"/>
              <a:t>Introduction</a:t>
            </a:r>
            <a:endParaRPr/>
          </a:p>
          <a:p>
            <a:pPr indent="-95250" lvl="0" marL="63500" rtl="0" algn="l">
              <a:lnSpc>
                <a:spcPct val="90000"/>
              </a:lnSpc>
              <a:spcBef>
                <a:spcPts val="1100"/>
              </a:spcBef>
              <a:spcAft>
                <a:spcPts val="0"/>
              </a:spcAft>
              <a:buSzPts val="1500"/>
              <a:buFont typeface="Noto Sans Symbols"/>
              <a:buChar char="❑"/>
            </a:pPr>
            <a:r>
              <a:rPr lang="zh-CN"/>
              <a:t>Dataset and Problem Formulation</a:t>
            </a:r>
            <a:endParaRPr/>
          </a:p>
          <a:p>
            <a:pPr indent="-95250" lvl="0" marL="63500" rtl="0" algn="l">
              <a:lnSpc>
                <a:spcPct val="90000"/>
              </a:lnSpc>
              <a:spcBef>
                <a:spcPts val="1100"/>
              </a:spcBef>
              <a:spcAft>
                <a:spcPts val="0"/>
              </a:spcAft>
              <a:buSzPts val="1500"/>
              <a:buFont typeface="Noto Sans Symbols"/>
              <a:buChar char="❑"/>
            </a:pPr>
            <a:r>
              <a:rPr lang="zh-CN"/>
              <a:t>Methodology </a:t>
            </a:r>
            <a:endParaRPr/>
          </a:p>
          <a:p>
            <a:pPr indent="-95250" lvl="0" marL="63500" rtl="0" algn="l">
              <a:lnSpc>
                <a:spcPct val="90000"/>
              </a:lnSpc>
              <a:spcBef>
                <a:spcPts val="1100"/>
              </a:spcBef>
              <a:spcAft>
                <a:spcPts val="0"/>
              </a:spcAft>
              <a:buSzPts val="1500"/>
              <a:buFont typeface="Noto Sans Symbols"/>
              <a:buChar char="❑"/>
            </a:pPr>
            <a:r>
              <a:rPr lang="zh-CN"/>
              <a:t>Experimental Results</a:t>
            </a:r>
            <a:endParaRPr/>
          </a:p>
        </p:txBody>
      </p:sp>
      <p:sp>
        <p:nvSpPr>
          <p:cNvPr id="142" name="Google Shape;142;p26"/>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27"/>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404040"/>
              </a:buClr>
              <a:buSzPts val="3600"/>
              <a:buFont typeface="Calibri"/>
              <a:buNone/>
            </a:pPr>
            <a:r>
              <a:rPr lang="zh-CN">
                <a:solidFill>
                  <a:srgbClr val="404040"/>
                </a:solidFill>
              </a:rPr>
              <a:t>Introduction</a:t>
            </a:r>
            <a:endParaRPr/>
          </a:p>
        </p:txBody>
      </p:sp>
      <p:sp>
        <p:nvSpPr>
          <p:cNvPr id="148" name="Google Shape;148;p27"/>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149" name="Google Shape;149;p27"/>
          <p:cNvSpPr txBox="1"/>
          <p:nvPr>
            <p:ph idx="1" type="body"/>
          </p:nvPr>
        </p:nvSpPr>
        <p:spPr>
          <a:xfrm>
            <a:off x="822960" y="1154430"/>
            <a:ext cx="4517708" cy="3247549"/>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Font typeface="Noto Sans Symbols"/>
              <a:buChar char="❑"/>
            </a:pPr>
            <a:r>
              <a:rPr lang="zh-CN"/>
              <a:t>With the rapid expansion of networks and the internet, network attack techniques are constantly evolving, and “Intrusion Detection Systems (IDS)” need to monitor traffic in real time and identify threats.</a:t>
            </a:r>
            <a:endParaRPr/>
          </a:p>
          <a:p>
            <a:pPr indent="-95250" lvl="0" marL="63500" rtl="0" algn="l">
              <a:lnSpc>
                <a:spcPct val="90000"/>
              </a:lnSpc>
              <a:spcBef>
                <a:spcPts val="1100"/>
              </a:spcBef>
              <a:spcAft>
                <a:spcPts val="0"/>
              </a:spcAft>
              <a:buSzPts val="1500"/>
              <a:buFont typeface="Noto Sans Symbols"/>
              <a:buChar char="❑"/>
            </a:pPr>
            <a:r>
              <a:rPr lang="zh-CN"/>
              <a:t>Traditional signature-based methods rely on known attack characteristics and struggle to cope with zero-day attacks and new variants.</a:t>
            </a:r>
            <a:endParaRPr/>
          </a:p>
          <a:p>
            <a:pPr indent="-95250" lvl="0" marL="63500" rtl="0" algn="l">
              <a:lnSpc>
                <a:spcPct val="90000"/>
              </a:lnSpc>
              <a:spcBef>
                <a:spcPts val="1100"/>
              </a:spcBef>
              <a:spcAft>
                <a:spcPts val="0"/>
              </a:spcAft>
              <a:buSzPts val="1500"/>
              <a:buFont typeface="Noto Sans Symbols"/>
              <a:buChar char="❑"/>
            </a:pPr>
            <a:r>
              <a:rPr lang="zh-CN"/>
              <a:t>Machine learning-based IDS can learn complex patterns from traffic data, improving their ability to generalize to unknown attacks.</a:t>
            </a:r>
            <a:endParaRPr/>
          </a:p>
        </p:txBody>
      </p:sp>
      <p:sp>
        <p:nvSpPr>
          <p:cNvPr id="150" name="Google Shape;150;p27"/>
          <p:cNvSpPr/>
          <p:nvPr/>
        </p:nvSpPr>
        <p:spPr>
          <a:xfrm>
            <a:off x="7746206" y="3557111"/>
            <a:ext cx="904399" cy="880110"/>
          </a:xfrm>
          <a:prstGeom prst="rect">
            <a:avLst/>
          </a:prstGeom>
          <a:solidFill>
            <a:srgbClr val="F6F6F6"/>
          </a:solidFill>
          <a:ln cap="flat" cmpd="sng" w="15875">
            <a:solidFill>
              <a:srgbClr val="F2F2F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pic>
        <p:nvPicPr>
          <p:cNvPr id="151" name="Google Shape;151;p27"/>
          <p:cNvPicPr preferRelativeResize="0"/>
          <p:nvPr/>
        </p:nvPicPr>
        <p:blipFill rotWithShape="1">
          <a:blip r:embed="rId3">
            <a:alphaModFix/>
          </a:blip>
          <a:srcRect b="0" l="0" r="0" t="0"/>
          <a:stretch/>
        </p:blipFill>
        <p:spPr>
          <a:xfrm>
            <a:off x="5307330" y="1426369"/>
            <a:ext cx="3002756" cy="2290763"/>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5" name="Shape 155"/>
        <p:cNvGrpSpPr/>
        <p:nvPr/>
      </p:nvGrpSpPr>
      <p:grpSpPr>
        <a:xfrm>
          <a:off x="0" y="0"/>
          <a:ext cx="0" cy="0"/>
          <a:chOff x="0" y="0"/>
          <a:chExt cx="0" cy="0"/>
        </a:xfrm>
      </p:grpSpPr>
      <p:sp>
        <p:nvSpPr>
          <p:cNvPr id="156" name="Google Shape;156;p28"/>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404040"/>
              </a:buClr>
              <a:buSzPts val="3600"/>
              <a:buFont typeface="Calibri"/>
              <a:buNone/>
            </a:pPr>
            <a:r>
              <a:rPr lang="zh-CN">
                <a:solidFill>
                  <a:srgbClr val="404040"/>
                </a:solidFill>
              </a:rPr>
              <a:t>Problem Statement</a:t>
            </a:r>
            <a:endParaRPr/>
          </a:p>
        </p:txBody>
      </p:sp>
      <p:sp>
        <p:nvSpPr>
          <p:cNvPr id="157" name="Google Shape;157;p28"/>
          <p:cNvSpPr txBox="1"/>
          <p:nvPr>
            <p:ph idx="1" type="body"/>
          </p:nvPr>
        </p:nvSpPr>
        <p:spPr>
          <a:xfrm>
            <a:off x="822960" y="1154430"/>
            <a:ext cx="4431030" cy="3247549"/>
          </a:xfrm>
          <a:prstGeom prst="rect">
            <a:avLst/>
          </a:prstGeom>
          <a:noFill/>
          <a:ln>
            <a:noFill/>
          </a:ln>
        </p:spPr>
        <p:txBody>
          <a:bodyPr anchorCtr="0" anchor="t" bIns="34275" lIns="0" spcFirstLastPara="1" rIns="0" wrap="square" tIns="34275">
            <a:normAutofit fontScale="85000" lnSpcReduction="20000"/>
          </a:bodyPr>
          <a:lstStyle/>
          <a:p>
            <a:pPr indent="-91757" lvl="0" marL="63500" rtl="0" algn="l">
              <a:lnSpc>
                <a:spcPct val="120000"/>
              </a:lnSpc>
              <a:spcBef>
                <a:spcPts val="0"/>
              </a:spcBef>
              <a:spcAft>
                <a:spcPts val="0"/>
              </a:spcAft>
              <a:buSzPct val="100000"/>
              <a:buChar char="❑"/>
            </a:pPr>
            <a:r>
              <a:rPr lang="zh-CN" sz="1700"/>
              <a:t>Network intrusion : actions taken by attackers who exploit vulnerabilities in networks or systems to gain unauthorized access to, control over, or disrupt a target system via network connections</a:t>
            </a:r>
            <a:r>
              <a:rPr lang="zh-CN" sz="1700"/>
              <a:t>.</a:t>
            </a:r>
            <a:endParaRPr sz="1700"/>
          </a:p>
          <a:p>
            <a:pPr indent="-91757" lvl="0" marL="63500" rtl="0" algn="l">
              <a:lnSpc>
                <a:spcPct val="120000"/>
              </a:lnSpc>
              <a:spcBef>
                <a:spcPts val="1100"/>
              </a:spcBef>
              <a:spcAft>
                <a:spcPts val="0"/>
              </a:spcAft>
              <a:buSzPct val="100000"/>
              <a:buChar char="❑"/>
            </a:pPr>
            <a:r>
              <a:rPr lang="zh-CN" sz="1700"/>
              <a:t>More specifically, it typically manifests as:</a:t>
            </a:r>
            <a:endParaRPr sz="1700"/>
          </a:p>
          <a:p>
            <a:pPr indent="-139065" lvl="1" marL="292100" rtl="0" algn="l">
              <a:lnSpc>
                <a:spcPct val="120000"/>
              </a:lnSpc>
              <a:spcBef>
                <a:spcPts val="300"/>
              </a:spcBef>
              <a:spcAft>
                <a:spcPts val="0"/>
              </a:spcAft>
              <a:buSzPct val="100000"/>
              <a:buChar char="◦"/>
            </a:pPr>
            <a:r>
              <a:rPr lang="zh-CN"/>
              <a:t>Disguising malicious traffic as legitimate traffic to bypass security measures and gain access to the system (unauthorized access).</a:t>
            </a:r>
            <a:endParaRPr/>
          </a:p>
          <a:p>
            <a:pPr indent="-139065" lvl="1" marL="292100" rtl="0" algn="l">
              <a:lnSpc>
                <a:spcPct val="120000"/>
              </a:lnSpc>
              <a:spcBef>
                <a:spcPts val="500"/>
              </a:spcBef>
              <a:spcAft>
                <a:spcPts val="0"/>
              </a:spcAft>
              <a:buSzPct val="100000"/>
              <a:buChar char="◦"/>
            </a:pPr>
            <a:r>
              <a:rPr lang="zh-CN"/>
              <a:t>Performing malicious operations within the network (stealing data, planting backdoors, lateral movement, denial of service, etc.).</a:t>
            </a:r>
            <a:endParaRPr/>
          </a:p>
          <a:p>
            <a:pPr indent="-139065" lvl="1" marL="292100" rtl="0" algn="l">
              <a:lnSpc>
                <a:spcPct val="120000"/>
              </a:lnSpc>
              <a:spcBef>
                <a:spcPts val="500"/>
              </a:spcBef>
              <a:spcAft>
                <a:spcPts val="0"/>
              </a:spcAft>
              <a:buSzPct val="100000"/>
              <a:buChar char="◦"/>
            </a:pPr>
            <a:r>
              <a:rPr lang="zh-CN"/>
              <a:t>The traffic patterns may be similar to normal business traffic, or even constantly changing (zero-day/new variants).</a:t>
            </a:r>
            <a:endParaRPr/>
          </a:p>
          <a:p>
            <a:pPr indent="-63500" lvl="1" marL="292100" rtl="0" algn="l">
              <a:lnSpc>
                <a:spcPct val="90000"/>
              </a:lnSpc>
              <a:spcBef>
                <a:spcPts val="500"/>
              </a:spcBef>
              <a:spcAft>
                <a:spcPts val="0"/>
              </a:spcAft>
              <a:buSzPct val="100000"/>
              <a:buNone/>
            </a:pPr>
            <a:r>
              <a:t/>
            </a:r>
            <a:endParaRPr/>
          </a:p>
          <a:p>
            <a:pPr indent="0" lvl="0" marL="0" rtl="0" algn="l">
              <a:lnSpc>
                <a:spcPct val="90000"/>
              </a:lnSpc>
              <a:spcBef>
                <a:spcPts val="1200"/>
              </a:spcBef>
              <a:spcAft>
                <a:spcPts val="0"/>
              </a:spcAft>
              <a:buSzPct val="100000"/>
              <a:buNone/>
            </a:pPr>
            <a:r>
              <a:t/>
            </a:r>
            <a:endParaRPr/>
          </a:p>
        </p:txBody>
      </p:sp>
      <p:sp>
        <p:nvSpPr>
          <p:cNvPr id="158" name="Google Shape;158;p28"/>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pic>
        <p:nvPicPr>
          <p:cNvPr id="159" name="Google Shape;159;p28"/>
          <p:cNvPicPr preferRelativeResize="0"/>
          <p:nvPr/>
        </p:nvPicPr>
        <p:blipFill rotWithShape="1">
          <a:blip r:embed="rId3">
            <a:alphaModFix/>
          </a:blip>
          <a:srcRect b="0" l="0" r="-1178" t="0"/>
          <a:stretch/>
        </p:blipFill>
        <p:spPr>
          <a:xfrm>
            <a:off x="5331142" y="1154430"/>
            <a:ext cx="3108008" cy="3224212"/>
          </a:xfrm>
          <a:prstGeom prst="rect">
            <a:avLst/>
          </a:prstGeom>
          <a:noFill/>
          <a:ln>
            <a:noFill/>
          </a:ln>
        </p:spPr>
      </p:pic>
      <p:sp>
        <p:nvSpPr>
          <p:cNvPr id="160" name="Google Shape;160;p28"/>
          <p:cNvSpPr/>
          <p:nvPr/>
        </p:nvSpPr>
        <p:spPr>
          <a:xfrm>
            <a:off x="7462361" y="3521869"/>
            <a:ext cx="904399" cy="880110"/>
          </a:xfrm>
          <a:prstGeom prst="rect">
            <a:avLst/>
          </a:prstGeom>
          <a:solidFill>
            <a:srgbClr val="F6F6F6"/>
          </a:solidFill>
          <a:ln cap="flat" cmpd="sng" w="15875">
            <a:solidFill>
              <a:srgbClr val="F2F2F2"/>
            </a:solidFill>
            <a:prstDash val="solid"/>
            <a:round/>
            <a:headEnd len="sm" w="sm" type="none"/>
            <a:tailEnd len="sm" w="sm" type="none"/>
          </a:ln>
        </p:spPr>
        <p:txBody>
          <a:bodyPr anchorCtr="0" anchor="ctr" bIns="34275" lIns="68575" spcFirstLastPara="1" rIns="68575" wrap="square" tIns="34275">
            <a:noAutofit/>
          </a:bodyPr>
          <a:lstStyle/>
          <a:p>
            <a:pPr indent="0" lvl="0" marL="0" marR="0" rtl="0" algn="ctr">
              <a:spcBef>
                <a:spcPts val="0"/>
              </a:spcBef>
              <a:spcAft>
                <a:spcPts val="0"/>
              </a:spcAft>
              <a:buNone/>
            </a:pPr>
            <a:r>
              <a:t/>
            </a:r>
            <a:endParaRPr b="0" i="0" sz="1400" u="none" cap="none" strike="noStrike">
              <a:solidFill>
                <a:schemeClr val="lt1"/>
              </a:solidFill>
              <a:latin typeface="Calibri"/>
              <a:ea typeface="Calibri"/>
              <a:cs typeface="Calibri"/>
              <a:sym typeface="Calibri"/>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9"/>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Dataset</a:t>
            </a:r>
            <a:endParaRPr/>
          </a:p>
        </p:txBody>
      </p:sp>
      <p:sp>
        <p:nvSpPr>
          <p:cNvPr id="166" name="Google Shape;166;p29"/>
          <p:cNvSpPr txBox="1"/>
          <p:nvPr>
            <p:ph idx="1" type="body"/>
          </p:nvPr>
        </p:nvSpPr>
        <p:spPr>
          <a:xfrm>
            <a:off x="822960" y="1154458"/>
            <a:ext cx="3596669" cy="3247363"/>
          </a:xfrm>
          <a:prstGeom prst="rect">
            <a:avLst/>
          </a:prstGeom>
          <a:noFill/>
          <a:ln>
            <a:noFill/>
          </a:ln>
        </p:spPr>
        <p:txBody>
          <a:bodyPr anchorCtr="0" anchor="t" bIns="34275" lIns="0" spcFirstLastPara="1" rIns="0" wrap="square" tIns="34275">
            <a:normAutofit lnSpcReduction="10000"/>
          </a:bodyPr>
          <a:lstStyle/>
          <a:p>
            <a:pPr indent="-95250" lvl="0" marL="63500" rtl="0" algn="l">
              <a:lnSpc>
                <a:spcPct val="90000"/>
              </a:lnSpc>
              <a:spcBef>
                <a:spcPts val="0"/>
              </a:spcBef>
              <a:spcAft>
                <a:spcPts val="0"/>
              </a:spcAft>
              <a:buSzPts val="1500"/>
              <a:buFont typeface="Noto Sans Symbols"/>
              <a:buChar char="❑"/>
            </a:pPr>
            <a:r>
              <a:rPr lang="zh-CN"/>
              <a:t>CSE-CIC-IDS2018</a:t>
            </a:r>
            <a:endParaRPr/>
          </a:p>
          <a:p>
            <a:pPr indent="-95250" lvl="0" marL="63500" rtl="0" algn="l">
              <a:lnSpc>
                <a:spcPct val="90000"/>
              </a:lnSpc>
              <a:spcBef>
                <a:spcPts val="1100"/>
              </a:spcBef>
              <a:spcAft>
                <a:spcPts val="0"/>
              </a:spcAft>
              <a:buSzPts val="1500"/>
              <a:buFont typeface="Noto Sans Symbols"/>
              <a:buChar char="❑"/>
            </a:pPr>
            <a:r>
              <a:rPr lang="zh-CN"/>
              <a:t>Created collaboratively by the Canadian Institute for Cybersecurity (CIC) and the Communications Security Establishment (CSE)</a:t>
            </a:r>
            <a:endParaRPr/>
          </a:p>
          <a:p>
            <a:pPr indent="0" lvl="0" marL="63500" rtl="0" algn="l">
              <a:lnSpc>
                <a:spcPct val="90000"/>
              </a:lnSpc>
              <a:spcBef>
                <a:spcPts val="1100"/>
              </a:spcBef>
              <a:spcAft>
                <a:spcPts val="0"/>
              </a:spcAft>
              <a:buSzPts val="1500"/>
              <a:buFont typeface="Noto Sans Symbols"/>
              <a:buNone/>
            </a:pPr>
            <a:r>
              <a:t/>
            </a:r>
            <a:endParaRPr/>
          </a:p>
          <a:p>
            <a:pPr indent="-95250" lvl="0" marL="63500" rtl="0" algn="l">
              <a:lnSpc>
                <a:spcPct val="90000"/>
              </a:lnSpc>
              <a:spcBef>
                <a:spcPts val="1100"/>
              </a:spcBef>
              <a:spcAft>
                <a:spcPts val="0"/>
              </a:spcAft>
              <a:buSzPts val="1500"/>
              <a:buFont typeface="Noto Sans Symbols"/>
              <a:buChar char="❑"/>
            </a:pPr>
            <a:r>
              <a:rPr lang="zh-CN"/>
              <a:t>To facilitate model comparison and reduce computational requirements, we utilized a cleaned and bal_x0002_anced subset of the original dataset</a:t>
            </a:r>
            <a:endParaRPr/>
          </a:p>
          <a:p>
            <a:pPr indent="-95250" lvl="0" marL="63500" rtl="0" algn="l">
              <a:lnSpc>
                <a:spcPct val="90000"/>
              </a:lnSpc>
              <a:spcBef>
                <a:spcPts val="1100"/>
              </a:spcBef>
              <a:spcAft>
                <a:spcPts val="0"/>
              </a:spcAft>
              <a:buSzPts val="1500"/>
              <a:buFont typeface="Noto Sans Symbols"/>
              <a:buChar char="❑"/>
            </a:pPr>
            <a:r>
              <a:rPr lang="zh-CN"/>
              <a:t>The dataset comprises one benign class representing normal network traffic and eight distinct attack types representing various cyber threats.</a:t>
            </a:r>
            <a:endParaRPr/>
          </a:p>
          <a:p>
            <a:pPr indent="0" lvl="0" marL="63500" rtl="0" algn="l">
              <a:lnSpc>
                <a:spcPct val="90000"/>
              </a:lnSpc>
              <a:spcBef>
                <a:spcPts val="1100"/>
              </a:spcBef>
              <a:spcAft>
                <a:spcPts val="0"/>
              </a:spcAft>
              <a:buSzPts val="1500"/>
              <a:buFont typeface="Noto Sans Symbols"/>
              <a:buNone/>
            </a:pPr>
            <a:r>
              <a:t/>
            </a:r>
            <a:endParaRPr/>
          </a:p>
          <a:p>
            <a:pPr indent="0" lvl="0" marL="63500" rtl="0" algn="l">
              <a:lnSpc>
                <a:spcPct val="90000"/>
              </a:lnSpc>
              <a:spcBef>
                <a:spcPts val="1100"/>
              </a:spcBef>
              <a:spcAft>
                <a:spcPts val="0"/>
              </a:spcAft>
              <a:buSzPts val="1500"/>
              <a:buFont typeface="Noto Sans Symbols"/>
              <a:buNone/>
            </a:pPr>
            <a:r>
              <a:t/>
            </a:r>
            <a:endParaRPr/>
          </a:p>
        </p:txBody>
      </p:sp>
      <p:sp>
        <p:nvSpPr>
          <p:cNvPr id="167" name="Google Shape;167;p29"/>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pic>
        <p:nvPicPr>
          <p:cNvPr id="168" name="Google Shape;168;p29"/>
          <p:cNvPicPr preferRelativeResize="0"/>
          <p:nvPr/>
        </p:nvPicPr>
        <p:blipFill rotWithShape="1">
          <a:blip r:embed="rId3">
            <a:alphaModFix/>
          </a:blip>
          <a:srcRect b="0" l="0" r="0" t="0"/>
          <a:stretch/>
        </p:blipFill>
        <p:spPr>
          <a:xfrm>
            <a:off x="4822984" y="1423035"/>
            <a:ext cx="3343751" cy="196977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6">
                                            <p:txEl>
                                              <p:pRg end="6" st="6"/>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2" name="Shape 172"/>
        <p:cNvGrpSpPr/>
        <p:nvPr/>
      </p:nvGrpSpPr>
      <p:grpSpPr>
        <a:xfrm>
          <a:off x="0" y="0"/>
          <a:ext cx="0" cy="0"/>
          <a:chOff x="0" y="0"/>
          <a:chExt cx="0" cy="0"/>
        </a:xfrm>
      </p:grpSpPr>
      <p:sp>
        <p:nvSpPr>
          <p:cNvPr id="173" name="Google Shape;173;p30"/>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Problem Formulation</a:t>
            </a:r>
            <a:endParaRPr/>
          </a:p>
        </p:txBody>
      </p:sp>
      <p:pic>
        <p:nvPicPr>
          <p:cNvPr id="174" name="Google Shape;174;p30"/>
          <p:cNvPicPr preferRelativeResize="0"/>
          <p:nvPr/>
        </p:nvPicPr>
        <p:blipFill rotWithShape="1">
          <a:blip r:embed="rId3">
            <a:alphaModFix/>
          </a:blip>
          <a:srcRect b="0" l="0" r="0" t="0"/>
          <a:stretch/>
        </p:blipFill>
        <p:spPr>
          <a:xfrm>
            <a:off x="4460558" y="2697004"/>
            <a:ext cx="85725" cy="161925"/>
          </a:xfrm>
          <a:prstGeom prst="rect">
            <a:avLst/>
          </a:prstGeom>
          <a:noFill/>
          <a:ln>
            <a:noFill/>
          </a:ln>
        </p:spPr>
      </p:pic>
      <p:sp>
        <p:nvSpPr>
          <p:cNvPr id="175" name="Google Shape;175;p30"/>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176" name="Google Shape;176;p30"/>
          <p:cNvSpPr txBox="1"/>
          <p:nvPr/>
        </p:nvSpPr>
        <p:spPr>
          <a:xfrm>
            <a:off x="741997" y="1243013"/>
            <a:ext cx="7504271" cy="2768441"/>
          </a:xfrm>
          <a:prstGeom prst="rect">
            <a:avLst/>
          </a:prstGeom>
          <a:blipFill rotWithShape="1">
            <a:blip r:embed="rId4">
              <a:alphaModFix/>
            </a:blip>
            <a:stretch>
              <a:fillRect b="-326" l="0" r="0" t="0"/>
            </a:stretch>
          </a:blipFill>
          <a:ln>
            <a:noFill/>
          </a:ln>
        </p:spPr>
        <p:txBody>
          <a:bodyPr anchorCtr="0" anchor="t" bIns="34275" lIns="68575" spcFirstLastPara="1" rIns="68575" wrap="square" tIns="34275">
            <a:noAutofit/>
          </a:bodyPr>
          <a:lstStyle/>
          <a:p>
            <a:pPr indent="0" lvl="0" marL="0" marR="0" rtl="0" algn="l">
              <a:spcBef>
                <a:spcPts val="0"/>
              </a:spcBef>
              <a:spcAft>
                <a:spcPts val="0"/>
              </a:spcAft>
              <a:buNone/>
            </a:pPr>
            <a:r>
              <a:rPr b="0" i="0" lang="zh-CN" sz="1400" u="none" cap="none" strike="noStrike">
                <a:latin typeface="Calibri"/>
                <a:ea typeface="Calibri"/>
                <a:cs typeface="Calibri"/>
                <a:sym typeface="Calibri"/>
              </a:rPr>
              <a:t> </a:t>
            </a:r>
            <a:endParaRPr sz="1100"/>
          </a:p>
        </p:txBody>
      </p:sp>
      <p:pic>
        <p:nvPicPr>
          <p:cNvPr id="177" name="Google Shape;177;p30"/>
          <p:cNvPicPr preferRelativeResize="0"/>
          <p:nvPr/>
        </p:nvPicPr>
        <p:blipFill rotWithShape="1">
          <a:blip r:embed="rId3">
            <a:alphaModFix/>
          </a:blip>
          <a:srcRect b="0" l="0" r="0" t="0"/>
          <a:stretch/>
        </p:blipFill>
        <p:spPr>
          <a:xfrm>
            <a:off x="4529138" y="2490788"/>
            <a:ext cx="85725" cy="161925"/>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31"/>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Data processing</a:t>
            </a:r>
            <a:endParaRPr/>
          </a:p>
        </p:txBody>
      </p:sp>
      <p:sp>
        <p:nvSpPr>
          <p:cNvPr id="183" name="Google Shape;183;p31"/>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pic>
        <p:nvPicPr>
          <p:cNvPr id="184" name="Google Shape;184;p31"/>
          <p:cNvPicPr preferRelativeResize="0"/>
          <p:nvPr/>
        </p:nvPicPr>
        <p:blipFill rotWithShape="1">
          <a:blip r:embed="rId3">
            <a:alphaModFix/>
          </a:blip>
          <a:srcRect b="0" l="0" r="0" t="0"/>
          <a:stretch/>
        </p:blipFill>
        <p:spPr>
          <a:xfrm>
            <a:off x="823436" y="1120616"/>
            <a:ext cx="2936081" cy="1893570"/>
          </a:xfrm>
          <a:prstGeom prst="rect">
            <a:avLst/>
          </a:prstGeom>
          <a:noFill/>
          <a:ln>
            <a:noFill/>
          </a:ln>
        </p:spPr>
      </p:pic>
      <p:sp>
        <p:nvSpPr>
          <p:cNvPr id="185" name="Google Shape;185;p31"/>
          <p:cNvSpPr/>
          <p:nvPr/>
        </p:nvSpPr>
        <p:spPr>
          <a:xfrm>
            <a:off x="3863000" y="1187500"/>
            <a:ext cx="4767900" cy="3137400"/>
          </a:xfrm>
          <a:prstGeom prst="rect">
            <a:avLst/>
          </a:prstGeom>
          <a:noFill/>
          <a:ln>
            <a:noFill/>
          </a:ln>
        </p:spPr>
        <p:txBody>
          <a:bodyPr anchorCtr="0" anchor="t" bIns="34275" lIns="0" spcFirstLastPara="1" rIns="0" wrap="square" tIns="34275">
            <a:noAutofit/>
          </a:bodyPr>
          <a:lstStyle/>
          <a:p>
            <a:pPr indent="-95250" lvl="0" marL="63500" marR="0" rtl="0" algn="l">
              <a:lnSpc>
                <a:spcPct val="80000"/>
              </a:lnSpc>
              <a:spcBef>
                <a:spcPts val="0"/>
              </a:spcBef>
              <a:spcAft>
                <a:spcPts val="0"/>
              </a:spcAft>
              <a:buClr>
                <a:schemeClr val="accent1"/>
              </a:buClr>
              <a:buSzPts val="1500"/>
              <a:buFont typeface="Noto Sans Symbols"/>
              <a:buChar char="❑"/>
            </a:pPr>
            <a:r>
              <a:rPr lang="zh-CN" sz="1500">
                <a:solidFill>
                  <a:srgbClr val="3F3F3F"/>
                </a:solidFill>
                <a:latin typeface="Calibri"/>
                <a:ea typeface="Calibri"/>
                <a:cs typeface="Calibri"/>
                <a:sym typeface="Calibri"/>
              </a:rPr>
              <a:t>Data inspection results: No missing values ​​were found, therefore no imputation is needed; infinite values ​​that might arise from feature calculations were also checked and none were detected in this dataset.</a:t>
            </a:r>
            <a:endParaRPr sz="1500">
              <a:solidFill>
                <a:srgbClr val="3F3F3F"/>
              </a:solidFill>
              <a:latin typeface="Calibri"/>
              <a:ea typeface="Calibri"/>
              <a:cs typeface="Calibri"/>
              <a:sym typeface="Calibri"/>
            </a:endParaRPr>
          </a:p>
          <a:p>
            <a:pPr indent="-95250" lvl="0" marL="63500" marR="0" rtl="0" algn="l">
              <a:lnSpc>
                <a:spcPct val="80000"/>
              </a:lnSpc>
              <a:spcBef>
                <a:spcPts val="1100"/>
              </a:spcBef>
              <a:spcAft>
                <a:spcPts val="0"/>
              </a:spcAft>
              <a:buClr>
                <a:schemeClr val="accent1"/>
              </a:buClr>
              <a:buSzPts val="1500"/>
              <a:buFont typeface="Noto Sans Symbols"/>
              <a:buChar char="❑"/>
            </a:pPr>
            <a:r>
              <a:rPr lang="zh-CN" sz="1500">
                <a:solidFill>
                  <a:srgbClr val="3F3F3F"/>
                </a:solidFill>
                <a:latin typeface="Calibri"/>
                <a:ea typeface="Calibri"/>
                <a:cs typeface="Calibri"/>
                <a:sym typeface="Calibri"/>
              </a:rPr>
              <a:t>Data splitting: Stratified sampling  was used to maintain class proportions, with 70% for training (252,000 samples) and 30% for testing (108,000 samples).</a:t>
            </a:r>
            <a:endParaRPr sz="1500">
              <a:solidFill>
                <a:srgbClr val="3F3F3F"/>
              </a:solidFill>
              <a:latin typeface="Calibri"/>
              <a:ea typeface="Calibri"/>
              <a:cs typeface="Calibri"/>
              <a:sym typeface="Calibri"/>
            </a:endParaRPr>
          </a:p>
          <a:p>
            <a:pPr indent="-95250" lvl="0" marL="63500" marR="0" rtl="0" algn="l">
              <a:lnSpc>
                <a:spcPct val="80000"/>
              </a:lnSpc>
              <a:spcBef>
                <a:spcPts val="1100"/>
              </a:spcBef>
              <a:spcAft>
                <a:spcPts val="0"/>
              </a:spcAft>
              <a:buClr>
                <a:schemeClr val="accent1"/>
              </a:buClr>
              <a:buSzPts val="1500"/>
              <a:buFont typeface="Noto Sans Symbols"/>
              <a:buChar char="❑"/>
            </a:pPr>
            <a:r>
              <a:rPr lang="zh-CN" sz="1500">
                <a:solidFill>
                  <a:srgbClr val="3F3F3F"/>
                </a:solidFill>
                <a:latin typeface="Calibri"/>
                <a:ea typeface="Calibri"/>
                <a:cs typeface="Calibri"/>
                <a:sym typeface="Calibri"/>
              </a:rPr>
              <a:t>Feature scaling: Standardization was used to transform each feature to have zero mean and unit variance. </a:t>
            </a:r>
            <a:endParaRPr sz="1500">
              <a:solidFill>
                <a:srgbClr val="3F3F3F"/>
              </a:solidFill>
              <a:latin typeface="Calibri"/>
              <a:ea typeface="Calibri"/>
              <a:cs typeface="Calibri"/>
              <a:sym typeface="Calibri"/>
            </a:endParaRPr>
          </a:p>
          <a:p>
            <a:pPr indent="0" lvl="0" marL="63500" marR="0" rtl="0" algn="l">
              <a:lnSpc>
                <a:spcPct val="80000"/>
              </a:lnSpc>
              <a:spcBef>
                <a:spcPts val="110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a:p>
            <a:pPr indent="0" lvl="0" marL="63500" marR="0" rtl="0" algn="l">
              <a:lnSpc>
                <a:spcPct val="80000"/>
              </a:lnSpc>
              <a:spcBef>
                <a:spcPts val="110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a:p>
            <a:pPr indent="0" lvl="0" marL="63500" marR="0" rtl="0" algn="l">
              <a:lnSpc>
                <a:spcPct val="80000"/>
              </a:lnSpc>
              <a:spcBef>
                <a:spcPts val="110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pic>
        <p:nvPicPr>
          <p:cNvPr id="186" name="Google Shape;186;p31"/>
          <p:cNvPicPr preferRelativeResize="0"/>
          <p:nvPr/>
        </p:nvPicPr>
        <p:blipFill rotWithShape="1">
          <a:blip r:embed="rId4">
            <a:alphaModFix/>
          </a:blip>
          <a:srcRect b="0" l="0" r="0" t="0"/>
          <a:stretch/>
        </p:blipFill>
        <p:spPr>
          <a:xfrm>
            <a:off x="822960" y="3014186"/>
            <a:ext cx="2936558" cy="384334"/>
          </a:xfrm>
          <a:prstGeom prst="rect">
            <a:avLst/>
          </a:prstGeom>
          <a:noFill/>
          <a:ln>
            <a:noFill/>
          </a:ln>
        </p:spPr>
      </p:pic>
      <p:pic>
        <p:nvPicPr>
          <p:cNvPr id="187" name="Google Shape;187;p31"/>
          <p:cNvPicPr preferRelativeResize="0"/>
          <p:nvPr/>
        </p:nvPicPr>
        <p:blipFill rotWithShape="1">
          <a:blip r:embed="rId5">
            <a:alphaModFix/>
          </a:blip>
          <a:srcRect b="0" l="0" r="0" t="0"/>
          <a:stretch/>
        </p:blipFill>
        <p:spPr>
          <a:xfrm>
            <a:off x="823436" y="3360420"/>
            <a:ext cx="2936558" cy="72580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85">
                                            <p:txEl>
                                              <p:pRg end="5" st="5"/>
                                            </p:txEl>
                                          </p:spTgt>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1" name="Shape 191"/>
        <p:cNvGrpSpPr/>
        <p:nvPr/>
      </p:nvGrpSpPr>
      <p:grpSpPr>
        <a:xfrm>
          <a:off x="0" y="0"/>
          <a:ext cx="0" cy="0"/>
          <a:chOff x="0" y="0"/>
          <a:chExt cx="0" cy="0"/>
        </a:xfrm>
      </p:grpSpPr>
      <p:sp>
        <p:nvSpPr>
          <p:cNvPr id="192" name="Google Shape;192;p32"/>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Dimensionality Analysis</a:t>
            </a:r>
            <a:endParaRPr/>
          </a:p>
        </p:txBody>
      </p:sp>
      <p:sp>
        <p:nvSpPr>
          <p:cNvPr id="193" name="Google Shape;193;p32"/>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194" name="Google Shape;194;p32"/>
          <p:cNvSpPr/>
          <p:nvPr/>
        </p:nvSpPr>
        <p:spPr>
          <a:xfrm>
            <a:off x="822960" y="1380172"/>
            <a:ext cx="4871700" cy="3247500"/>
          </a:xfrm>
          <a:prstGeom prst="rect">
            <a:avLst/>
          </a:prstGeom>
          <a:noFill/>
          <a:ln>
            <a:noFill/>
          </a:ln>
        </p:spPr>
        <p:txBody>
          <a:bodyPr anchorCtr="0" anchor="t" bIns="34275" lIns="0" spcFirstLastPara="1" rIns="0" wrap="square" tIns="34275">
            <a:noAutofit/>
          </a:bodyPr>
          <a:lstStyle/>
          <a:p>
            <a:pPr indent="-95250" lvl="0" marL="63500" marR="0" rtl="0" algn="l">
              <a:lnSpc>
                <a:spcPct val="80000"/>
              </a:lnSpc>
              <a:spcBef>
                <a:spcPts val="0"/>
              </a:spcBef>
              <a:spcAft>
                <a:spcPts val="0"/>
              </a:spcAft>
              <a:buClr>
                <a:schemeClr val="accent1"/>
              </a:buClr>
              <a:buSzPts val="1500"/>
              <a:buFont typeface="Noto Sans Symbols"/>
              <a:buChar char="❑"/>
            </a:pPr>
            <a:r>
              <a:rPr lang="zh-CN" sz="1500">
                <a:solidFill>
                  <a:srgbClr val="3F3F3F"/>
                </a:solidFill>
                <a:latin typeface="Calibri"/>
                <a:ea typeface="Calibri"/>
                <a:cs typeface="Calibri"/>
                <a:sym typeface="Calibri"/>
              </a:rPr>
              <a:t>Principal Component Analysis (PCA) was applied to examine the intrinsic dimensionality of the feature space and assess potential for dimensionality reduction. </a:t>
            </a:r>
            <a:endParaRPr sz="1500">
              <a:solidFill>
                <a:srgbClr val="3F3F3F"/>
              </a:solidFill>
              <a:latin typeface="Calibri"/>
              <a:ea typeface="Calibri"/>
              <a:cs typeface="Calibri"/>
              <a:sym typeface="Calibri"/>
            </a:endParaRPr>
          </a:p>
          <a:p>
            <a:pPr indent="-95250" lvl="0" marL="63500" marR="0" rtl="0" algn="l">
              <a:lnSpc>
                <a:spcPct val="80000"/>
              </a:lnSpc>
              <a:spcBef>
                <a:spcPts val="1100"/>
              </a:spcBef>
              <a:spcAft>
                <a:spcPts val="0"/>
              </a:spcAft>
              <a:buClr>
                <a:schemeClr val="accent1"/>
              </a:buClr>
              <a:buSzPts val="1500"/>
              <a:buFont typeface="Noto Sans Symbols"/>
              <a:buChar char="❑"/>
            </a:pPr>
            <a:r>
              <a:rPr lang="zh-CN" sz="1500">
                <a:solidFill>
                  <a:srgbClr val="3F3F3F"/>
                </a:solidFill>
                <a:latin typeface="Calibri"/>
                <a:ea typeface="Calibri"/>
                <a:cs typeface="Calibri"/>
                <a:sym typeface="Calibri"/>
              </a:rPr>
              <a:t>The analysis reveals that approximately 23 principal components are required to capture 95% of the total variance, while 19 components sufficefor 90%. </a:t>
            </a:r>
            <a:endParaRPr sz="1500">
              <a:solidFill>
                <a:srgbClr val="3F3F3F"/>
              </a:solidFill>
              <a:latin typeface="Calibri"/>
              <a:ea typeface="Calibri"/>
              <a:cs typeface="Calibri"/>
              <a:sym typeface="Calibri"/>
            </a:endParaRPr>
          </a:p>
          <a:p>
            <a:pPr indent="-95250" lvl="0" marL="63500" marR="0" rtl="0" algn="l">
              <a:lnSpc>
                <a:spcPct val="80000"/>
              </a:lnSpc>
              <a:spcBef>
                <a:spcPts val="1100"/>
              </a:spcBef>
              <a:spcAft>
                <a:spcPts val="0"/>
              </a:spcAft>
              <a:buClr>
                <a:schemeClr val="accent1"/>
              </a:buClr>
              <a:buSzPts val="1500"/>
              <a:buFont typeface="Noto Sans Symbols"/>
              <a:buChar char="❑"/>
            </a:pPr>
            <a:r>
              <a:rPr lang="zh-CN" sz="1500">
                <a:solidFill>
                  <a:srgbClr val="3F3F3F"/>
                </a:solidFill>
                <a:latin typeface="Calibri"/>
                <a:ea typeface="Calibri"/>
                <a:cs typeface="Calibri"/>
                <a:sym typeface="Calibri"/>
              </a:rPr>
              <a:t>The first two components alone explain only 34.09% of variance (20.56% and 13.53% respectively), indicating that the data exhibits complex structure not easily captured by linear projections. Table 5 summarizes the PCA results.</a:t>
            </a:r>
            <a:endParaRPr sz="1500">
              <a:solidFill>
                <a:srgbClr val="3F3F3F"/>
              </a:solidFill>
              <a:latin typeface="Calibri"/>
              <a:ea typeface="Calibri"/>
              <a:cs typeface="Calibri"/>
              <a:sym typeface="Calibri"/>
            </a:endParaRPr>
          </a:p>
          <a:p>
            <a:pPr indent="0" lvl="0" marL="63500" marR="0" rtl="0" algn="l">
              <a:lnSpc>
                <a:spcPct val="80000"/>
              </a:lnSpc>
              <a:spcBef>
                <a:spcPts val="110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a:p>
            <a:pPr indent="0" lvl="0" marL="63500" marR="0" rtl="0" algn="l">
              <a:lnSpc>
                <a:spcPct val="80000"/>
              </a:lnSpc>
              <a:spcBef>
                <a:spcPts val="110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pic>
        <p:nvPicPr>
          <p:cNvPr id="195" name="Google Shape;195;p32"/>
          <p:cNvPicPr preferRelativeResize="0"/>
          <p:nvPr/>
        </p:nvPicPr>
        <p:blipFill rotWithShape="1">
          <a:blip r:embed="rId3">
            <a:alphaModFix/>
          </a:blip>
          <a:srcRect b="0" l="0" r="0" t="0"/>
          <a:stretch/>
        </p:blipFill>
        <p:spPr>
          <a:xfrm>
            <a:off x="5925502" y="1159192"/>
            <a:ext cx="2240756" cy="1587817"/>
          </a:xfrm>
          <a:prstGeom prst="rect">
            <a:avLst/>
          </a:prstGeom>
          <a:noFill/>
          <a:ln>
            <a:noFill/>
          </a:ln>
        </p:spPr>
      </p:pic>
      <p:pic>
        <p:nvPicPr>
          <p:cNvPr id="196" name="Google Shape;196;p32"/>
          <p:cNvPicPr preferRelativeResize="0"/>
          <p:nvPr/>
        </p:nvPicPr>
        <p:blipFill rotWithShape="1">
          <a:blip r:embed="rId4">
            <a:alphaModFix/>
          </a:blip>
          <a:srcRect b="0" l="0" r="0" t="0"/>
          <a:stretch/>
        </p:blipFill>
        <p:spPr>
          <a:xfrm>
            <a:off x="5925503" y="2787967"/>
            <a:ext cx="2240756" cy="157876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0" name="Shape 200"/>
        <p:cNvGrpSpPr/>
        <p:nvPr/>
      </p:nvGrpSpPr>
      <p:grpSpPr>
        <a:xfrm>
          <a:off x="0" y="0"/>
          <a:ext cx="0" cy="0"/>
          <a:chOff x="0" y="0"/>
          <a:chExt cx="0" cy="0"/>
        </a:xfrm>
      </p:grpSpPr>
      <p:sp>
        <p:nvSpPr>
          <p:cNvPr id="201" name="Google Shape;201;p33"/>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Logistic Regression &amp; Neural Network</a:t>
            </a:r>
            <a:endParaRPr/>
          </a:p>
        </p:txBody>
      </p:sp>
      <p:sp>
        <p:nvSpPr>
          <p:cNvPr id="202" name="Google Shape;202;p33"/>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03" name="Google Shape;203;p33"/>
          <p:cNvSpPr/>
          <p:nvPr/>
        </p:nvSpPr>
        <p:spPr>
          <a:xfrm>
            <a:off x="822960" y="1380172"/>
            <a:ext cx="4871561" cy="3247549"/>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pic>
        <p:nvPicPr>
          <p:cNvPr id="204" name="Google Shape;204;p33"/>
          <p:cNvPicPr preferRelativeResize="0"/>
          <p:nvPr/>
        </p:nvPicPr>
        <p:blipFill rotWithShape="1">
          <a:blip r:embed="rId3">
            <a:alphaModFix/>
          </a:blip>
          <a:srcRect b="0" l="0" r="0" t="0"/>
          <a:stretch/>
        </p:blipFill>
        <p:spPr>
          <a:xfrm>
            <a:off x="822951" y="1380175"/>
            <a:ext cx="3390000" cy="2004685"/>
          </a:xfrm>
          <a:prstGeom prst="rect">
            <a:avLst/>
          </a:prstGeom>
          <a:noFill/>
          <a:ln>
            <a:noFill/>
          </a:ln>
        </p:spPr>
      </p:pic>
      <p:pic>
        <p:nvPicPr>
          <p:cNvPr id="205" name="Google Shape;205;p33"/>
          <p:cNvPicPr preferRelativeResize="0"/>
          <p:nvPr/>
        </p:nvPicPr>
        <p:blipFill rotWithShape="1">
          <a:blip r:embed="rId4">
            <a:alphaModFix/>
          </a:blip>
          <a:srcRect b="0" l="0" r="0" t="0"/>
          <a:stretch/>
        </p:blipFill>
        <p:spPr>
          <a:xfrm>
            <a:off x="4737049" y="1147264"/>
            <a:ext cx="2508409" cy="307228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9" name="Shape 209"/>
        <p:cNvGrpSpPr/>
        <p:nvPr/>
      </p:nvGrpSpPr>
      <p:grpSpPr>
        <a:xfrm>
          <a:off x="0" y="0"/>
          <a:ext cx="0" cy="0"/>
          <a:chOff x="0" y="0"/>
          <a:chExt cx="0" cy="0"/>
        </a:xfrm>
      </p:grpSpPr>
      <p:sp>
        <p:nvSpPr>
          <p:cNvPr id="210" name="Google Shape;210;p34"/>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Random Forest</a:t>
            </a:r>
            <a:endParaRPr/>
          </a:p>
        </p:txBody>
      </p:sp>
      <p:sp>
        <p:nvSpPr>
          <p:cNvPr id="211" name="Google Shape;211;p34"/>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12" name="Google Shape;212;p34"/>
          <p:cNvSpPr/>
          <p:nvPr/>
        </p:nvSpPr>
        <p:spPr>
          <a:xfrm>
            <a:off x="822960" y="1380172"/>
            <a:ext cx="4871561" cy="3247549"/>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sp>
        <p:nvSpPr>
          <p:cNvPr id="213" name="Google Shape;213;p34"/>
          <p:cNvSpPr txBox="1"/>
          <p:nvPr>
            <p:ph idx="1" type="body"/>
          </p:nvPr>
        </p:nvSpPr>
        <p:spPr>
          <a:xfrm>
            <a:off x="822960" y="1154430"/>
            <a:ext cx="4084320" cy="3247549"/>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Font typeface="Noto Sans Symbols"/>
              <a:buChar char="❑"/>
            </a:pPr>
            <a:r>
              <a:rPr lang="zh-CN"/>
              <a:t>Random Forest constructs an ensemble of decision trees, each trained on a bootstrap sample of the data with random feature subsets considered at each split. Final predictions are made by majority voting across trees. </a:t>
            </a:r>
            <a:endParaRPr/>
          </a:p>
          <a:p>
            <a:pPr indent="-95250" lvl="0" marL="63500" rtl="0" algn="l">
              <a:lnSpc>
                <a:spcPct val="90000"/>
              </a:lnSpc>
              <a:spcBef>
                <a:spcPts val="1100"/>
              </a:spcBef>
              <a:spcAft>
                <a:spcPts val="0"/>
              </a:spcAft>
              <a:buSzPts val="1500"/>
              <a:buFont typeface="Noto Sans Symbols"/>
              <a:buChar char="❑"/>
            </a:pPr>
            <a:r>
              <a:rPr lang="zh-CN"/>
              <a:t>This approach reduces overfitting through averaging and provides natural estimates of feature importance. </a:t>
            </a:r>
            <a:endParaRPr/>
          </a:p>
          <a:p>
            <a:pPr indent="-95250" lvl="0" marL="63500" rtl="0" algn="l">
              <a:lnSpc>
                <a:spcPct val="90000"/>
              </a:lnSpc>
              <a:spcBef>
                <a:spcPts val="1100"/>
              </a:spcBef>
              <a:spcAft>
                <a:spcPts val="0"/>
              </a:spcAft>
              <a:buSzPts val="1500"/>
              <a:buFont typeface="Noto Sans Symbols"/>
              <a:buChar char="❑"/>
            </a:pPr>
            <a:r>
              <a:rPr lang="zh-CN"/>
              <a:t>We configured 100 trees with maximum depth 20 and minimum samples for splitting set to 5.</a:t>
            </a:r>
            <a:endParaRPr/>
          </a:p>
        </p:txBody>
      </p:sp>
      <p:pic>
        <p:nvPicPr>
          <p:cNvPr id="214" name="Google Shape;214;p34"/>
          <p:cNvPicPr preferRelativeResize="0"/>
          <p:nvPr/>
        </p:nvPicPr>
        <p:blipFill rotWithShape="1">
          <a:blip r:embed="rId3">
            <a:alphaModFix/>
          </a:blip>
          <a:srcRect b="0" l="0" r="0" t="0"/>
          <a:stretch/>
        </p:blipFill>
        <p:spPr>
          <a:xfrm>
            <a:off x="4936331" y="1380172"/>
            <a:ext cx="3279458" cy="2176939"/>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8" name="Shape 218"/>
        <p:cNvGrpSpPr/>
        <p:nvPr/>
      </p:nvGrpSpPr>
      <p:grpSpPr>
        <a:xfrm>
          <a:off x="0" y="0"/>
          <a:ext cx="0" cy="0"/>
          <a:chOff x="0" y="0"/>
          <a:chExt cx="0" cy="0"/>
        </a:xfrm>
      </p:grpSpPr>
      <p:sp>
        <p:nvSpPr>
          <p:cNvPr id="219" name="Google Shape;219;p35"/>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XGBoost</a:t>
            </a:r>
            <a:endParaRPr/>
          </a:p>
        </p:txBody>
      </p:sp>
      <p:sp>
        <p:nvSpPr>
          <p:cNvPr id="220" name="Google Shape;220;p35"/>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21" name="Google Shape;221;p35"/>
          <p:cNvSpPr/>
          <p:nvPr/>
        </p:nvSpPr>
        <p:spPr>
          <a:xfrm>
            <a:off x="822960" y="1380172"/>
            <a:ext cx="4871561" cy="3247549"/>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sp>
        <p:nvSpPr>
          <p:cNvPr id="222" name="Google Shape;222;p35"/>
          <p:cNvSpPr txBox="1"/>
          <p:nvPr>
            <p:ph idx="1" type="body"/>
          </p:nvPr>
        </p:nvSpPr>
        <p:spPr>
          <a:xfrm>
            <a:off x="1067753" y="2754630"/>
            <a:ext cx="6710363" cy="3247549"/>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Font typeface="Noto Sans Symbols"/>
              <a:buChar char="❑"/>
            </a:pPr>
            <a:r>
              <a:rPr lang="zh-CN"/>
              <a:t>XGBoost implements gradient boosting with regularized objective functions and efficient tree construction algorithms. </a:t>
            </a:r>
            <a:endParaRPr/>
          </a:p>
          <a:p>
            <a:pPr indent="-95250" lvl="0" marL="63500" rtl="0" algn="l">
              <a:lnSpc>
                <a:spcPct val="90000"/>
              </a:lnSpc>
              <a:spcBef>
                <a:spcPts val="1100"/>
              </a:spcBef>
              <a:spcAft>
                <a:spcPts val="0"/>
              </a:spcAft>
              <a:buSzPts val="1500"/>
              <a:buFont typeface="Noto Sans Symbols"/>
              <a:buChar char="❑"/>
            </a:pPr>
            <a:r>
              <a:rPr lang="zh-CN"/>
              <a:t>The model iteratively adds trees that minimize a differentiable loss function, with each tree fitted to the residuals of the current ensemble. </a:t>
            </a:r>
            <a:endParaRPr/>
          </a:p>
          <a:p>
            <a:pPr indent="-95250" lvl="0" marL="63500" rtl="0" algn="l">
              <a:lnSpc>
                <a:spcPct val="90000"/>
              </a:lnSpc>
              <a:spcBef>
                <a:spcPts val="1100"/>
              </a:spcBef>
              <a:spcAft>
                <a:spcPts val="0"/>
              </a:spcAft>
              <a:buSzPts val="1500"/>
              <a:buFont typeface="Noto Sans Symbols"/>
              <a:buChar char="❑"/>
            </a:pPr>
            <a:r>
              <a:rPr lang="zh-CN"/>
              <a:t>We used 100 estimators with maximum depth 10,learning rate 0.1, and subsampling rate 0.8 for both samples and features.</a:t>
            </a:r>
            <a:endParaRPr/>
          </a:p>
        </p:txBody>
      </p:sp>
      <p:pic>
        <p:nvPicPr>
          <p:cNvPr id="223" name="Google Shape;223;p35"/>
          <p:cNvPicPr preferRelativeResize="0"/>
          <p:nvPr/>
        </p:nvPicPr>
        <p:blipFill rotWithShape="1">
          <a:blip r:embed="rId3">
            <a:alphaModFix/>
          </a:blip>
          <a:srcRect b="0" l="0" r="0" t="0"/>
          <a:stretch/>
        </p:blipFill>
        <p:spPr>
          <a:xfrm>
            <a:off x="2162175" y="1212533"/>
            <a:ext cx="4521518" cy="1324927"/>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7" name="Shape 227"/>
        <p:cNvGrpSpPr/>
        <p:nvPr/>
      </p:nvGrpSpPr>
      <p:grpSpPr>
        <a:xfrm>
          <a:off x="0" y="0"/>
          <a:ext cx="0" cy="0"/>
          <a:chOff x="0" y="0"/>
          <a:chExt cx="0" cy="0"/>
        </a:xfrm>
      </p:grpSpPr>
      <p:sp>
        <p:nvSpPr>
          <p:cNvPr id="228" name="Google Shape;228;p36"/>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LightGBM</a:t>
            </a:r>
            <a:endParaRPr/>
          </a:p>
        </p:txBody>
      </p:sp>
      <p:sp>
        <p:nvSpPr>
          <p:cNvPr id="229" name="Google Shape;229;p36"/>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30" name="Google Shape;230;p36"/>
          <p:cNvSpPr/>
          <p:nvPr/>
        </p:nvSpPr>
        <p:spPr>
          <a:xfrm>
            <a:off x="822960" y="1380172"/>
            <a:ext cx="4871561" cy="3247549"/>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sp>
        <p:nvSpPr>
          <p:cNvPr id="231" name="Google Shape;231;p36"/>
          <p:cNvSpPr txBox="1"/>
          <p:nvPr>
            <p:ph idx="1" type="body"/>
          </p:nvPr>
        </p:nvSpPr>
        <p:spPr>
          <a:xfrm>
            <a:off x="822960" y="1288733"/>
            <a:ext cx="4084320" cy="3247549"/>
          </a:xfrm>
          <a:prstGeom prst="rect">
            <a:avLst/>
          </a:prstGeom>
          <a:noFill/>
          <a:ln>
            <a:noFill/>
          </a:ln>
        </p:spPr>
        <p:txBody>
          <a:bodyPr anchorCtr="0" anchor="t" bIns="34275" lIns="0" spcFirstLastPara="1" rIns="0" wrap="square" tIns="34275">
            <a:normAutofit/>
          </a:bodyPr>
          <a:lstStyle/>
          <a:p>
            <a:pPr indent="-95250" lvl="0" marL="63500" rtl="0" algn="l">
              <a:lnSpc>
                <a:spcPct val="90000"/>
              </a:lnSpc>
              <a:spcBef>
                <a:spcPts val="0"/>
              </a:spcBef>
              <a:spcAft>
                <a:spcPts val="0"/>
              </a:spcAft>
              <a:buSzPts val="1500"/>
              <a:buFont typeface="Noto Sans Symbols"/>
              <a:buChar char="❑"/>
            </a:pPr>
            <a:r>
              <a:rPr lang="zh-CN"/>
              <a:t>LightGBM employs histogram-based algorithms and leaf-wise tree growth that significantly accelerate training compared to traditional gradient boosting implementations. </a:t>
            </a:r>
            <a:endParaRPr/>
          </a:p>
          <a:p>
            <a:pPr indent="-95250" lvl="0" marL="63500" rtl="0" algn="l">
              <a:lnSpc>
                <a:spcPct val="90000"/>
              </a:lnSpc>
              <a:spcBef>
                <a:spcPts val="1100"/>
              </a:spcBef>
              <a:spcAft>
                <a:spcPts val="0"/>
              </a:spcAft>
              <a:buSzPts val="1500"/>
              <a:buFont typeface="Noto Sans Symbols"/>
              <a:buChar char="❑"/>
            </a:pPr>
            <a:r>
              <a:rPr lang="zh-CN"/>
              <a:t>The gradient-based one-side sampling (GOSS) and exclusive feature bundling (EFB) techniques enable efficient handling of large-scale datasets. </a:t>
            </a:r>
            <a:endParaRPr/>
          </a:p>
          <a:p>
            <a:pPr indent="-95250" lvl="0" marL="63500" rtl="0" algn="l">
              <a:lnSpc>
                <a:spcPct val="90000"/>
              </a:lnSpc>
              <a:spcBef>
                <a:spcPts val="1100"/>
              </a:spcBef>
              <a:spcAft>
                <a:spcPts val="0"/>
              </a:spcAft>
              <a:buSzPts val="1500"/>
              <a:buFont typeface="Noto Sans Symbols"/>
              <a:buChar char="❑"/>
            </a:pPr>
            <a:r>
              <a:rPr lang="zh-CN"/>
              <a:t>Configuration matched XGBoost with 100 estimators, maximum depth 10, and learning rate 0.1.</a:t>
            </a:r>
            <a:endParaRPr/>
          </a:p>
        </p:txBody>
      </p:sp>
      <p:pic>
        <p:nvPicPr>
          <p:cNvPr id="232" name="Google Shape;232;p36"/>
          <p:cNvPicPr preferRelativeResize="0"/>
          <p:nvPr/>
        </p:nvPicPr>
        <p:blipFill rotWithShape="1">
          <a:blip r:embed="rId3">
            <a:alphaModFix/>
          </a:blip>
          <a:srcRect b="0" l="0" r="0" t="0"/>
          <a:stretch/>
        </p:blipFill>
        <p:spPr>
          <a:xfrm>
            <a:off x="4993006" y="1105340"/>
            <a:ext cx="3373755" cy="1647825"/>
          </a:xfrm>
          <a:prstGeom prst="rect">
            <a:avLst/>
          </a:prstGeom>
          <a:noFill/>
          <a:ln>
            <a:noFill/>
          </a:ln>
        </p:spPr>
      </p:pic>
      <p:pic>
        <p:nvPicPr>
          <p:cNvPr id="233" name="Google Shape;233;p36"/>
          <p:cNvPicPr preferRelativeResize="0"/>
          <p:nvPr/>
        </p:nvPicPr>
        <p:blipFill>
          <a:blip r:embed="rId4">
            <a:alphaModFix/>
          </a:blip>
          <a:stretch>
            <a:fillRect/>
          </a:stretch>
        </p:blipFill>
        <p:spPr>
          <a:xfrm>
            <a:off x="4907275" y="2863427"/>
            <a:ext cx="4023499" cy="1427075"/>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sp>
        <p:nvSpPr>
          <p:cNvPr id="238" name="Google Shape;238;p37"/>
          <p:cNvSpPr txBox="1"/>
          <p:nvPr>
            <p:ph type="title"/>
          </p:nvPr>
        </p:nvSpPr>
        <p:spPr>
          <a:xfrm>
            <a:off x="607710" y="283902"/>
            <a:ext cx="7543800" cy="780300"/>
          </a:xfrm>
          <a:prstGeom prst="rect">
            <a:avLst/>
          </a:prstGeom>
          <a:noFill/>
          <a:ln>
            <a:noFill/>
          </a:ln>
        </p:spPr>
        <p:txBody>
          <a:bodyPr anchorCtr="0" anchor="b" bIns="34275" lIns="68575" spcFirstLastPara="1" rIns="68575" wrap="square" tIns="34275">
            <a:noAutofit/>
          </a:bodyPr>
          <a:lstStyle/>
          <a:p>
            <a:pPr indent="0" lvl="0" marL="0" rtl="0" algn="l">
              <a:lnSpc>
                <a:spcPct val="85000"/>
              </a:lnSpc>
              <a:spcBef>
                <a:spcPts val="0"/>
              </a:spcBef>
              <a:spcAft>
                <a:spcPts val="0"/>
              </a:spcAft>
              <a:buClr>
                <a:srgbClr val="3F3F3F"/>
              </a:buClr>
              <a:buSzPts val="3240"/>
              <a:buFont typeface="Calibri"/>
              <a:buNone/>
            </a:pPr>
            <a:r>
              <a:rPr lang="zh-CN" sz="2640"/>
              <a:t>Overall Model Performance &amp; </a:t>
            </a:r>
            <a:r>
              <a:rPr lang="zh-CN" sz="2640"/>
              <a:t>Cross-Validation Results</a:t>
            </a:r>
            <a:endParaRPr sz="2640"/>
          </a:p>
        </p:txBody>
      </p:sp>
      <p:sp>
        <p:nvSpPr>
          <p:cNvPr id="239" name="Google Shape;239;p37"/>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pic>
        <p:nvPicPr>
          <p:cNvPr id="240" name="Google Shape;240;p37"/>
          <p:cNvPicPr preferRelativeResize="0"/>
          <p:nvPr>
            <p:ph idx="1" type="body"/>
          </p:nvPr>
        </p:nvPicPr>
        <p:blipFill rotWithShape="1">
          <a:blip r:embed="rId3">
            <a:alphaModFix/>
          </a:blip>
          <a:srcRect b="0" l="0" r="0" t="0"/>
          <a:stretch/>
        </p:blipFill>
        <p:spPr>
          <a:xfrm>
            <a:off x="607689" y="1541478"/>
            <a:ext cx="5403900" cy="1934400"/>
          </a:xfrm>
          <a:prstGeom prst="rect">
            <a:avLst/>
          </a:prstGeom>
          <a:noFill/>
          <a:ln>
            <a:noFill/>
          </a:ln>
        </p:spPr>
      </p:pic>
      <p:pic>
        <p:nvPicPr>
          <p:cNvPr id="241" name="Google Shape;241;p37"/>
          <p:cNvPicPr preferRelativeResize="0"/>
          <p:nvPr/>
        </p:nvPicPr>
        <p:blipFill rotWithShape="1">
          <a:blip r:embed="rId4">
            <a:alphaModFix/>
          </a:blip>
          <a:srcRect b="0" l="0" r="0" t="0"/>
          <a:stretch/>
        </p:blipFill>
        <p:spPr>
          <a:xfrm>
            <a:off x="6011608" y="1275434"/>
            <a:ext cx="2077403" cy="1079659"/>
          </a:xfrm>
          <a:prstGeom prst="rect">
            <a:avLst/>
          </a:prstGeom>
          <a:noFill/>
          <a:ln>
            <a:noFill/>
          </a:ln>
        </p:spPr>
      </p:pic>
      <p:pic>
        <p:nvPicPr>
          <p:cNvPr id="242" name="Google Shape;242;p37"/>
          <p:cNvPicPr preferRelativeResize="0"/>
          <p:nvPr/>
        </p:nvPicPr>
        <p:blipFill rotWithShape="1">
          <a:blip r:embed="rId5">
            <a:alphaModFix/>
          </a:blip>
          <a:srcRect b="0" l="0" r="0" t="0"/>
          <a:stretch/>
        </p:blipFill>
        <p:spPr>
          <a:xfrm>
            <a:off x="6086489" y="2487617"/>
            <a:ext cx="2065020" cy="1328261"/>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6" name="Shape 246"/>
        <p:cNvGrpSpPr/>
        <p:nvPr/>
      </p:nvGrpSpPr>
      <p:grpSpPr>
        <a:xfrm>
          <a:off x="0" y="0"/>
          <a:ext cx="0" cy="0"/>
          <a:chOff x="0" y="0"/>
          <a:chExt cx="0" cy="0"/>
        </a:xfrm>
      </p:grpSpPr>
      <p:sp>
        <p:nvSpPr>
          <p:cNvPr id="247" name="Google Shape;247;p38"/>
          <p:cNvSpPr txBox="1"/>
          <p:nvPr>
            <p:ph type="title"/>
          </p:nvPr>
        </p:nvSpPr>
        <p:spPr>
          <a:xfrm>
            <a:off x="822960" y="214952"/>
            <a:ext cx="7543800" cy="780158"/>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ROC-AUC Analysis &amp;Overfitting Analysis</a:t>
            </a:r>
            <a:endParaRPr/>
          </a:p>
        </p:txBody>
      </p:sp>
      <p:sp>
        <p:nvSpPr>
          <p:cNvPr id="248" name="Google Shape;248;p38"/>
          <p:cNvSpPr txBox="1"/>
          <p:nvPr>
            <p:ph idx="12" type="sldNum"/>
          </p:nvPr>
        </p:nvSpPr>
        <p:spPr>
          <a:xfrm>
            <a:off x="7010096" y="4735701"/>
            <a:ext cx="984019" cy="273844"/>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49" name="Google Shape;249;p38"/>
          <p:cNvSpPr/>
          <p:nvPr/>
        </p:nvSpPr>
        <p:spPr>
          <a:xfrm>
            <a:off x="822960" y="1380172"/>
            <a:ext cx="4871561" cy="3247549"/>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pic>
        <p:nvPicPr>
          <p:cNvPr id="250" name="Google Shape;250;p38"/>
          <p:cNvPicPr preferRelativeResize="0"/>
          <p:nvPr/>
        </p:nvPicPr>
        <p:blipFill rotWithShape="1">
          <a:blip r:embed="rId3">
            <a:alphaModFix/>
          </a:blip>
          <a:srcRect b="0" l="0" r="0" t="0"/>
          <a:stretch/>
        </p:blipFill>
        <p:spPr>
          <a:xfrm>
            <a:off x="161750" y="1380175"/>
            <a:ext cx="3616449" cy="2885156"/>
          </a:xfrm>
          <a:prstGeom prst="rect">
            <a:avLst/>
          </a:prstGeom>
          <a:noFill/>
          <a:ln>
            <a:noFill/>
          </a:ln>
        </p:spPr>
      </p:pic>
      <p:pic>
        <p:nvPicPr>
          <p:cNvPr id="251" name="Google Shape;251;p38"/>
          <p:cNvPicPr preferRelativeResize="0"/>
          <p:nvPr/>
        </p:nvPicPr>
        <p:blipFill>
          <a:blip r:embed="rId4">
            <a:alphaModFix/>
          </a:blip>
          <a:stretch>
            <a:fillRect/>
          </a:stretch>
        </p:blipFill>
        <p:spPr>
          <a:xfrm>
            <a:off x="3837325" y="1570138"/>
            <a:ext cx="5117324" cy="2505225"/>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sp>
        <p:nvSpPr>
          <p:cNvPr id="256" name="Google Shape;256;p39"/>
          <p:cNvSpPr txBox="1"/>
          <p:nvPr>
            <p:ph type="title"/>
          </p:nvPr>
        </p:nvSpPr>
        <p:spPr>
          <a:xfrm>
            <a:off x="668110" y="244502"/>
            <a:ext cx="7543800" cy="7803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Conclusion</a:t>
            </a:r>
            <a:endParaRPr/>
          </a:p>
        </p:txBody>
      </p:sp>
      <p:sp>
        <p:nvSpPr>
          <p:cNvPr id="257" name="Google Shape;257;p39"/>
          <p:cNvSpPr txBox="1"/>
          <p:nvPr>
            <p:ph idx="12" type="sldNum"/>
          </p:nvPr>
        </p:nvSpPr>
        <p:spPr>
          <a:xfrm>
            <a:off x="7010096" y="4735701"/>
            <a:ext cx="9840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58" name="Google Shape;258;p39"/>
          <p:cNvSpPr/>
          <p:nvPr/>
        </p:nvSpPr>
        <p:spPr>
          <a:xfrm>
            <a:off x="822960" y="1380172"/>
            <a:ext cx="4871700" cy="3247500"/>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sp>
        <p:nvSpPr>
          <p:cNvPr id="259" name="Google Shape;259;p39"/>
          <p:cNvSpPr txBox="1"/>
          <p:nvPr>
            <p:ph idx="1" type="body"/>
          </p:nvPr>
        </p:nvSpPr>
        <p:spPr>
          <a:xfrm>
            <a:off x="668100" y="1142850"/>
            <a:ext cx="7326000" cy="3303600"/>
          </a:xfrm>
          <a:prstGeom prst="rect">
            <a:avLst/>
          </a:prstGeom>
          <a:noFill/>
          <a:ln>
            <a:noFill/>
          </a:ln>
        </p:spPr>
        <p:txBody>
          <a:bodyPr anchorCtr="0" anchor="t" bIns="34275" lIns="0" spcFirstLastPara="1" rIns="0" wrap="square" tIns="34275">
            <a:normAutofit/>
          </a:bodyPr>
          <a:lstStyle/>
          <a:p>
            <a:pPr indent="-95250" lvl="0" marL="63500" rtl="0" algn="l">
              <a:spcBef>
                <a:spcPts val="1100"/>
              </a:spcBef>
              <a:spcAft>
                <a:spcPts val="0"/>
              </a:spcAft>
              <a:buSzPts val="1500"/>
              <a:buChar char="❑"/>
            </a:pPr>
            <a:r>
              <a:rPr b="1" lang="zh-CN" sz="1800"/>
              <a:t>Main Findings:</a:t>
            </a:r>
            <a:r>
              <a:rPr lang="zh-CN"/>
              <a:t> </a:t>
            </a:r>
            <a:r>
              <a:rPr lang="zh-CN"/>
              <a:t>Our group conducted a comparative study of 7 machine learning models for network intrusion detection on the CSE-CIC-IDS2018 dataset. Gradient Boosting models, especially LightGBM, achieved the best overall performance with 91.27% test accuracy and F1 score of 0.9102. Most attack types (Bot, DDoS-HOIC, DoS-Hulk, SSH-BruteForce) were detected with near-perfect recall.</a:t>
            </a:r>
            <a:endParaRPr/>
          </a:p>
          <a:p>
            <a:pPr indent="-95250" lvl="0" marL="63500" rtl="0" algn="l">
              <a:spcBef>
                <a:spcPts val="1100"/>
              </a:spcBef>
              <a:spcAft>
                <a:spcPts val="0"/>
              </a:spcAft>
              <a:buSzPts val="1500"/>
              <a:buChar char="❑"/>
            </a:pPr>
            <a:r>
              <a:rPr b="1" lang="zh-CN" sz="1800"/>
              <a:t>Limitations: </a:t>
            </a:r>
            <a:r>
              <a:rPr lang="zh-CN"/>
              <a:t>Slow-rate DoS (SlowHTTPTest) attacks remain difficult: Only 54% recall, due to strong similarity to legitimate long-duration connections. The dataset is balanced and static, which does not reflect real-world traffic imbalance or evolving attack behaviors. Moreover, it has limited coverage of emerging and unseen attack variants</a:t>
            </a:r>
            <a:endParaRPr/>
          </a:p>
          <a:p>
            <a:pPr indent="-95250" lvl="0" marL="63500" rtl="0" algn="l">
              <a:spcBef>
                <a:spcPts val="1100"/>
              </a:spcBef>
              <a:spcAft>
                <a:spcPts val="0"/>
              </a:spcAft>
              <a:buSzPts val="1500"/>
              <a:buChar char="❑"/>
            </a:pPr>
            <a:r>
              <a:rPr b="1" lang="zh-CN" sz="1800"/>
              <a:t>Future Work: </a:t>
            </a:r>
            <a:r>
              <a:rPr lang="zh-CN"/>
              <a:t>Exploring ensemble methods and temporal models (CNNs/RNNs) to improve detection of complex traffic patterns. Adversarial robustness and real-time deployment constraints such as latency, throughput, and resource usage will also be evaluated.</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3" name="Shape 263"/>
        <p:cNvGrpSpPr/>
        <p:nvPr/>
      </p:nvGrpSpPr>
      <p:grpSpPr>
        <a:xfrm>
          <a:off x="0" y="0"/>
          <a:ext cx="0" cy="0"/>
          <a:chOff x="0" y="0"/>
          <a:chExt cx="0" cy="0"/>
        </a:xfrm>
      </p:grpSpPr>
      <p:sp>
        <p:nvSpPr>
          <p:cNvPr id="264" name="Google Shape;264;p40"/>
          <p:cNvSpPr txBox="1"/>
          <p:nvPr>
            <p:ph type="title"/>
          </p:nvPr>
        </p:nvSpPr>
        <p:spPr>
          <a:xfrm>
            <a:off x="668110" y="214952"/>
            <a:ext cx="7543800" cy="7803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Reference</a:t>
            </a:r>
            <a:endParaRPr/>
          </a:p>
        </p:txBody>
      </p:sp>
      <p:sp>
        <p:nvSpPr>
          <p:cNvPr id="265" name="Google Shape;265;p40"/>
          <p:cNvSpPr txBox="1"/>
          <p:nvPr>
            <p:ph idx="12" type="sldNum"/>
          </p:nvPr>
        </p:nvSpPr>
        <p:spPr>
          <a:xfrm>
            <a:off x="7010096" y="4735701"/>
            <a:ext cx="9840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66" name="Google Shape;266;p40"/>
          <p:cNvSpPr/>
          <p:nvPr/>
        </p:nvSpPr>
        <p:spPr>
          <a:xfrm>
            <a:off x="822960" y="1380172"/>
            <a:ext cx="4871700" cy="3247500"/>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sp>
        <p:nvSpPr>
          <p:cNvPr id="267" name="Google Shape;267;p40"/>
          <p:cNvSpPr txBox="1"/>
          <p:nvPr>
            <p:ph idx="1" type="body"/>
          </p:nvPr>
        </p:nvSpPr>
        <p:spPr>
          <a:xfrm>
            <a:off x="729150" y="1142850"/>
            <a:ext cx="8060400" cy="3303600"/>
          </a:xfrm>
          <a:prstGeom prst="rect">
            <a:avLst/>
          </a:prstGeom>
          <a:noFill/>
          <a:ln>
            <a:noFill/>
          </a:ln>
        </p:spPr>
        <p:txBody>
          <a:bodyPr anchorCtr="0" anchor="t" bIns="34275" lIns="0" spcFirstLastPara="1" rIns="0" wrap="square" tIns="34275">
            <a:normAutofit/>
          </a:bodyPr>
          <a:lstStyle/>
          <a:p>
            <a:pPr indent="0" lvl="0" marL="0" rtl="0" algn="l">
              <a:lnSpc>
                <a:spcPct val="70000"/>
              </a:lnSpc>
              <a:spcBef>
                <a:spcPts val="1100"/>
              </a:spcBef>
              <a:spcAft>
                <a:spcPts val="0"/>
              </a:spcAft>
              <a:buNone/>
            </a:pPr>
            <a:r>
              <a:rPr lang="zh-CN" sz="1200"/>
              <a:t> [1] Lee, W., &amp; Stolfo, S. J. (2000). A framework for constructing features and models for intrusion detection systems. ACM Transactions on Information and System Security, 3(4), 227-261. https: //doi.org/10.1145/382912.382914 </a:t>
            </a:r>
            <a:endParaRPr sz="1200"/>
          </a:p>
          <a:p>
            <a:pPr indent="0" lvl="0" marL="0" rtl="0" algn="l">
              <a:lnSpc>
                <a:spcPct val="70000"/>
              </a:lnSpc>
              <a:spcBef>
                <a:spcPts val="1100"/>
              </a:spcBef>
              <a:spcAft>
                <a:spcPts val="0"/>
              </a:spcAft>
              <a:buNone/>
            </a:pPr>
            <a:r>
              <a:rPr lang="zh-CN" sz="1200"/>
              <a:t>[2] Tavallaee, M., Bagheri, E., Lu, W., &amp; Ghorbani, A. A. (2009). A detailed analysis of the KDD CUP99data set. IEEE Symposium on Computational Intelligence for Security and Defense Appli cations, 1-6. https://doi.org/10.1109/CISDA.2009.5356528 </a:t>
            </a:r>
            <a:endParaRPr sz="1200"/>
          </a:p>
          <a:p>
            <a:pPr indent="0" lvl="0" marL="0" rtl="0" algn="l">
              <a:lnSpc>
                <a:spcPct val="70000"/>
              </a:lnSpc>
              <a:spcBef>
                <a:spcPts val="1100"/>
              </a:spcBef>
              <a:spcAft>
                <a:spcPts val="0"/>
              </a:spcAft>
              <a:buNone/>
            </a:pPr>
            <a:r>
              <a:rPr lang="zh-CN" sz="1200"/>
              <a:t>[3] Mukkamala, S., Janoski, G., &amp; Sung, A. (2002). Intrusion detection using neural networks and support vector machines. Proceedings of the International Joint Conference on Neural Networks, 1702-1707. https://doi.org/10.1109/IJCNN.2002.1007774 15 </a:t>
            </a:r>
            <a:endParaRPr sz="1200"/>
          </a:p>
          <a:p>
            <a:pPr indent="0" lvl="0" marL="0" rtl="0" algn="l">
              <a:lnSpc>
                <a:spcPct val="70000"/>
              </a:lnSpc>
              <a:spcBef>
                <a:spcPts val="1100"/>
              </a:spcBef>
              <a:spcAft>
                <a:spcPts val="0"/>
              </a:spcAft>
              <a:buNone/>
            </a:pPr>
            <a:r>
              <a:rPr lang="zh-CN" sz="1200"/>
              <a:t>[4] Zhang, J., Zulkernine, M., &amp; Haque, A. (2008). Random-forests-based network intrusion detection systems. IEEE Transactions on Systems, Man, and Cybernetics, 38(5), 649-659. https://doi. org/10.1109/TSMCC.2008.923876 </a:t>
            </a:r>
            <a:endParaRPr sz="1200"/>
          </a:p>
          <a:p>
            <a:pPr indent="0" lvl="0" marL="0" rtl="0" algn="l">
              <a:lnSpc>
                <a:spcPct val="70000"/>
              </a:lnSpc>
              <a:spcBef>
                <a:spcPts val="1100"/>
              </a:spcBef>
              <a:spcAft>
                <a:spcPts val="0"/>
              </a:spcAft>
              <a:buNone/>
            </a:pPr>
            <a:r>
              <a:rPr lang="zh-CN" sz="1200"/>
              <a:t>[5] Sharafaldin, I., Lashkari, A. H., &amp; Ghorbani, A. A. (2018). Toward generating a new intrusion de tection dataset and intrusion traffic characterization. 4th International Conference on Information Systems Security and Privacy (ICISSP), 108-116. https://www.unb.ca/cic/datasets/ ids-2018.html </a:t>
            </a:r>
            <a:endParaRPr sz="1200"/>
          </a:p>
          <a:p>
            <a:pPr indent="0" lvl="0" marL="0" rtl="0" algn="l">
              <a:lnSpc>
                <a:spcPct val="70000"/>
              </a:lnSpc>
              <a:spcBef>
                <a:spcPts val="1100"/>
              </a:spcBef>
              <a:spcAft>
                <a:spcPts val="0"/>
              </a:spcAft>
              <a:buNone/>
            </a:pPr>
            <a:r>
              <a:rPr lang="zh-CN" sz="1200"/>
              <a:t>[6] Chen, T., &amp; Guestrin, C. (2016). XGBoost: A scalable tree boosting system. Proceedings of the 22nd ACM SIGKDD International Conference on Knowledge Discovery and Data Mining, 785 794. https://doi.org/10.1145/2939672.2939785</a:t>
            </a:r>
            <a:endParaRPr sz="1200"/>
          </a:p>
          <a:p>
            <a:pPr indent="0" lvl="0" marL="0" rtl="0" algn="l">
              <a:lnSpc>
                <a:spcPct val="70000"/>
              </a:lnSpc>
              <a:spcBef>
                <a:spcPts val="1100"/>
              </a:spcBef>
              <a:spcAft>
                <a:spcPts val="0"/>
              </a:spcAft>
              <a:buNone/>
            </a:pPr>
            <a:r>
              <a:rPr lang="zh-CN" sz="1200"/>
              <a:t> </a:t>
            </a:r>
            <a:endParaRPr sz="1200"/>
          </a:p>
          <a:p>
            <a:pPr indent="0" lvl="0" marL="0" rtl="0" algn="l">
              <a:lnSpc>
                <a:spcPct val="70000"/>
              </a:lnSpc>
              <a:spcBef>
                <a:spcPts val="1100"/>
              </a:spcBef>
              <a:spcAft>
                <a:spcPts val="0"/>
              </a:spcAft>
              <a:buNone/>
            </a:pPr>
            <a:r>
              <a:t/>
            </a:r>
            <a:endParaRPr sz="1200"/>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1"/>
          <p:cNvSpPr txBox="1"/>
          <p:nvPr>
            <p:ph type="title"/>
          </p:nvPr>
        </p:nvSpPr>
        <p:spPr>
          <a:xfrm>
            <a:off x="668110" y="214952"/>
            <a:ext cx="7543800" cy="780300"/>
          </a:xfrm>
          <a:prstGeom prst="rect">
            <a:avLst/>
          </a:prstGeom>
          <a:noFill/>
          <a:ln>
            <a:noFill/>
          </a:ln>
        </p:spPr>
        <p:txBody>
          <a:bodyPr anchorCtr="0" anchor="b" bIns="34275" lIns="68575" spcFirstLastPara="1" rIns="68575" wrap="square" tIns="34275">
            <a:normAutofit/>
          </a:bodyPr>
          <a:lstStyle/>
          <a:p>
            <a:pPr indent="0" lvl="0" marL="0" rtl="0" algn="l">
              <a:lnSpc>
                <a:spcPct val="85000"/>
              </a:lnSpc>
              <a:spcBef>
                <a:spcPts val="0"/>
              </a:spcBef>
              <a:spcAft>
                <a:spcPts val="0"/>
              </a:spcAft>
              <a:buClr>
                <a:srgbClr val="3F3F3F"/>
              </a:buClr>
              <a:buSzPts val="3600"/>
              <a:buFont typeface="Calibri"/>
              <a:buNone/>
            </a:pPr>
            <a:r>
              <a:rPr lang="zh-CN"/>
              <a:t>Reference</a:t>
            </a:r>
            <a:endParaRPr/>
          </a:p>
        </p:txBody>
      </p:sp>
      <p:sp>
        <p:nvSpPr>
          <p:cNvPr id="273" name="Google Shape;273;p41"/>
          <p:cNvSpPr txBox="1"/>
          <p:nvPr>
            <p:ph idx="12" type="sldNum"/>
          </p:nvPr>
        </p:nvSpPr>
        <p:spPr>
          <a:xfrm>
            <a:off x="7010096" y="4735701"/>
            <a:ext cx="984000" cy="273900"/>
          </a:xfrm>
          <a:prstGeom prst="rect">
            <a:avLst/>
          </a:prstGeom>
          <a:noFill/>
          <a:ln>
            <a:noFill/>
          </a:ln>
        </p:spPr>
        <p:txBody>
          <a:bodyPr anchorCtr="0" anchor="ctr" bIns="34275" lIns="68575" spcFirstLastPara="1" rIns="68575" wrap="square" tIns="34275">
            <a:noAutofit/>
          </a:bodyPr>
          <a:lstStyle/>
          <a:p>
            <a:pPr indent="0" lvl="0" marL="0" rtl="0" algn="r">
              <a:spcBef>
                <a:spcPts val="0"/>
              </a:spcBef>
              <a:spcAft>
                <a:spcPts val="0"/>
              </a:spcAft>
              <a:buNone/>
            </a:pPr>
            <a:fld id="{00000000-1234-1234-1234-123412341234}" type="slidenum">
              <a:rPr lang="zh-CN"/>
              <a:t>‹#›</a:t>
            </a:fld>
            <a:endParaRPr/>
          </a:p>
        </p:txBody>
      </p:sp>
      <p:sp>
        <p:nvSpPr>
          <p:cNvPr id="274" name="Google Shape;274;p41"/>
          <p:cNvSpPr/>
          <p:nvPr/>
        </p:nvSpPr>
        <p:spPr>
          <a:xfrm>
            <a:off x="822960" y="1380172"/>
            <a:ext cx="4871700" cy="3247500"/>
          </a:xfrm>
          <a:prstGeom prst="rect">
            <a:avLst/>
          </a:prstGeom>
          <a:noFill/>
          <a:ln>
            <a:noFill/>
          </a:ln>
        </p:spPr>
        <p:txBody>
          <a:bodyPr anchorCtr="0" anchor="t" bIns="34275" lIns="0" spcFirstLastPara="1" rIns="0" wrap="square" tIns="34275">
            <a:noAutofit/>
          </a:bodyPr>
          <a:lstStyle/>
          <a:p>
            <a:pPr indent="0" lvl="0" marL="63500" marR="0" rtl="0" algn="l">
              <a:lnSpc>
                <a:spcPct val="80000"/>
              </a:lnSpc>
              <a:spcBef>
                <a:spcPts val="0"/>
              </a:spcBef>
              <a:spcAft>
                <a:spcPts val="0"/>
              </a:spcAft>
              <a:buClr>
                <a:schemeClr val="accent1"/>
              </a:buClr>
              <a:buSzPts val="1500"/>
              <a:buFont typeface="Noto Sans Symbols"/>
              <a:buNone/>
            </a:pPr>
            <a:r>
              <a:t/>
            </a:r>
            <a:endParaRPr sz="1500">
              <a:solidFill>
                <a:srgbClr val="3F3F3F"/>
              </a:solidFill>
              <a:latin typeface="Calibri"/>
              <a:ea typeface="Calibri"/>
              <a:cs typeface="Calibri"/>
              <a:sym typeface="Calibri"/>
            </a:endParaRPr>
          </a:p>
        </p:txBody>
      </p:sp>
      <p:sp>
        <p:nvSpPr>
          <p:cNvPr id="275" name="Google Shape;275;p41"/>
          <p:cNvSpPr txBox="1"/>
          <p:nvPr>
            <p:ph idx="1" type="body"/>
          </p:nvPr>
        </p:nvSpPr>
        <p:spPr>
          <a:xfrm>
            <a:off x="668100" y="1085575"/>
            <a:ext cx="8081700" cy="3303600"/>
          </a:xfrm>
          <a:prstGeom prst="rect">
            <a:avLst/>
          </a:prstGeom>
          <a:noFill/>
          <a:ln>
            <a:noFill/>
          </a:ln>
        </p:spPr>
        <p:txBody>
          <a:bodyPr anchorCtr="0" anchor="t" bIns="34275" lIns="0" spcFirstLastPara="1" rIns="0" wrap="square" tIns="34275">
            <a:noAutofit/>
          </a:bodyPr>
          <a:lstStyle/>
          <a:p>
            <a:pPr indent="0" lvl="0" marL="63500" rtl="0" algn="l">
              <a:lnSpc>
                <a:spcPct val="50000"/>
              </a:lnSpc>
              <a:spcBef>
                <a:spcPts val="1100"/>
              </a:spcBef>
              <a:spcAft>
                <a:spcPts val="0"/>
              </a:spcAft>
              <a:buSzPts val="688"/>
              <a:buNone/>
            </a:pPr>
            <a:r>
              <a:t/>
            </a:r>
            <a:endParaRPr sz="1200"/>
          </a:p>
          <a:p>
            <a:pPr indent="0" lvl="0" marL="63500" rtl="0" algn="l">
              <a:lnSpc>
                <a:spcPct val="70000"/>
              </a:lnSpc>
              <a:spcBef>
                <a:spcPts val="1100"/>
              </a:spcBef>
              <a:spcAft>
                <a:spcPts val="0"/>
              </a:spcAft>
              <a:buSzPts val="688"/>
              <a:buNone/>
            </a:pPr>
            <a:r>
              <a:rPr lang="zh-CN" sz="1200"/>
              <a:t>[7] Ke, G., Meng, Q., Finley, T., Wang, T., Chen, W., Ma, W., Ye, Q., &amp; Liu, T. Y. (2017). LightGBM: A highly efficient gradient boosting decision tree. Advances in Neu ral Information Processing Systems, 30, 3146-3154. https://papers.nips.cc/paper/ 6907-lightgbm-a-highly-efficient-gradient-boosting-decision-tree </a:t>
            </a:r>
            <a:endParaRPr sz="1200"/>
          </a:p>
          <a:p>
            <a:pPr indent="0" lvl="0" marL="63500" rtl="0" algn="l">
              <a:lnSpc>
                <a:spcPct val="70000"/>
              </a:lnSpc>
              <a:spcBef>
                <a:spcPts val="1100"/>
              </a:spcBef>
              <a:spcAft>
                <a:spcPts val="0"/>
              </a:spcAft>
              <a:buSzPts val="688"/>
              <a:buNone/>
            </a:pPr>
            <a:r>
              <a:rPr lang="zh-CN" sz="1200"/>
              <a:t>[8] Dhaliwal, S. S., Nahid, A. A., &amp; Abbas, R. (2018). Effective intrusion detection system using XGBoost. Information, 9(7), 149. https://doi.org/10.3390/info9070149 </a:t>
            </a:r>
            <a:endParaRPr sz="1200"/>
          </a:p>
          <a:p>
            <a:pPr indent="0" lvl="0" marL="63500" rtl="0" algn="l">
              <a:lnSpc>
                <a:spcPct val="70000"/>
              </a:lnSpc>
              <a:spcBef>
                <a:spcPts val="1100"/>
              </a:spcBef>
              <a:spcAft>
                <a:spcPts val="0"/>
              </a:spcAft>
              <a:buSzPts val="688"/>
              <a:buNone/>
            </a:pPr>
            <a:r>
              <a:rPr lang="zh-CN" sz="1200"/>
              <a:t>[9] Leevy, J. L., &amp; Khoshgoftaar, T. M. (2020). A survey and analysis of intrusion detection models based on CSE-CIC-IDS2018 Big Data. Journal of Big Data, 7, 104. https://doi.org/10. 1186/s40537-020-00382-x </a:t>
            </a:r>
            <a:endParaRPr sz="1200"/>
          </a:p>
          <a:p>
            <a:pPr indent="0" lvl="0" marL="63500" rtl="0" algn="l">
              <a:lnSpc>
                <a:spcPct val="70000"/>
              </a:lnSpc>
              <a:spcBef>
                <a:spcPts val="1100"/>
              </a:spcBef>
              <a:spcAft>
                <a:spcPts val="0"/>
              </a:spcAft>
              <a:buSzPts val="688"/>
              <a:buNone/>
            </a:pPr>
            <a:r>
              <a:rPr lang="zh-CN" sz="1200"/>
              <a:t>[10] Goodfellow, I., Bengio, Y., &amp; Courville, A. (2016). Deep Learning. MIT Press. https://www. deeplearningbook.org/ </a:t>
            </a:r>
            <a:endParaRPr sz="1200"/>
          </a:p>
          <a:p>
            <a:pPr indent="0" lvl="0" marL="63500" rtl="0" algn="l">
              <a:lnSpc>
                <a:spcPct val="70000"/>
              </a:lnSpc>
              <a:spcBef>
                <a:spcPts val="1100"/>
              </a:spcBef>
              <a:spcAft>
                <a:spcPts val="0"/>
              </a:spcAft>
              <a:buSzPts val="688"/>
              <a:buNone/>
            </a:pPr>
            <a:r>
              <a:rPr lang="zh-CN" sz="1200"/>
              <a:t>[11] Pedregosa, F., Varoquaux, G., Gramfort, A., Michel, V., Thirion, B., Grisel, O., ... &amp; Duchesnay, E. (2011). Scikit-learn: Machine learning in Python. Journal of Machine Learning Research, 12, 2825-2830. https://jmlr.org/papers/v12/pedregosa11a.html </a:t>
            </a:r>
            <a:endParaRPr sz="1200"/>
          </a:p>
          <a:p>
            <a:pPr indent="0" lvl="0" marL="63500" rtl="0" algn="l">
              <a:lnSpc>
                <a:spcPct val="70000"/>
              </a:lnSpc>
              <a:spcBef>
                <a:spcPts val="1100"/>
              </a:spcBef>
              <a:spcAft>
                <a:spcPts val="1000"/>
              </a:spcAft>
              <a:buSzPts val="688"/>
              <a:buNone/>
            </a:pPr>
            <a:r>
              <a:rPr lang="zh-CN" sz="1200"/>
              <a:t>[12] Buczak, A. L., &amp; Guven, E. (2016). A survey of data mining and machine learning methods for cyber security intrusion detection. IEEE Communications Surveys &amp; Tutorials, 18(2), 1153-1176. https://doi.org/10.1109/COMST.2015.2494502</a:t>
            </a:r>
            <a:endParaRPr sz="1200"/>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Retrospect">
  <a:themeElements>
    <a:clrScheme name="Violet II">
      <a:dk1>
        <a:srgbClr val="000000"/>
      </a:dk1>
      <a:lt1>
        <a:srgbClr val="FFFFFF"/>
      </a:lt1>
      <a:dk2>
        <a:srgbClr val="632E62"/>
      </a:dk2>
      <a:lt2>
        <a:srgbClr val="EAE5EB"/>
      </a:lt2>
      <a:accent1>
        <a:srgbClr val="92278F"/>
      </a:accent1>
      <a:accent2>
        <a:srgbClr val="9B57D3"/>
      </a:accent2>
      <a:accent3>
        <a:srgbClr val="755DD9"/>
      </a:accent3>
      <a:accent4>
        <a:srgbClr val="665EB8"/>
      </a:accent4>
      <a:accent5>
        <a:srgbClr val="45A5ED"/>
      </a:accent5>
      <a:accent6>
        <a:srgbClr val="5982DB"/>
      </a:accent6>
      <a:hlink>
        <a:srgbClr val="0066FF"/>
      </a:hlink>
      <a:folHlink>
        <a:srgbClr val="666699"/>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